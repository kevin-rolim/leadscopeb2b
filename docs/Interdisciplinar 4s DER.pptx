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21599525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8" autoAdjust="0"/>
    <p:restoredTop sz="96247" autoAdjust="0"/>
  </p:normalViewPr>
  <p:slideViewPr>
    <p:cSldViewPr snapToGrid="0">
      <p:cViewPr varScale="1">
        <p:scale>
          <a:sx n="34" d="100"/>
          <a:sy n="34" d="100"/>
        </p:scale>
        <p:origin x="26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3534924"/>
            <a:ext cx="18359596" cy="7519835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1344752"/>
            <a:ext cx="16199644" cy="5214884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22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5506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5384888"/>
            <a:ext cx="18629590" cy="89848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14454688"/>
            <a:ext cx="18629590" cy="4724895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356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5749874"/>
            <a:ext cx="9179798" cy="137047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5749874"/>
            <a:ext cx="9179798" cy="137047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811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149979"/>
            <a:ext cx="18629590" cy="417491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5294885"/>
            <a:ext cx="9137610" cy="2594941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7889827"/>
            <a:ext cx="9137610" cy="116047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5294885"/>
            <a:ext cx="9182611" cy="2594941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7889827"/>
            <a:ext cx="9182611" cy="116047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44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004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1820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439968"/>
            <a:ext cx="6966409" cy="503988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3109937"/>
            <a:ext cx="10934760" cy="15349662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6479857"/>
            <a:ext cx="6966409" cy="12004738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661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439968"/>
            <a:ext cx="6966409" cy="503988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3109937"/>
            <a:ext cx="10934760" cy="15349662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6479857"/>
            <a:ext cx="6966409" cy="12004738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51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702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149975"/>
            <a:ext cx="4657398" cy="1830459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149975"/>
            <a:ext cx="13702199" cy="1830459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918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149979"/>
            <a:ext cx="18629590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5749874"/>
            <a:ext cx="18629590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20019564"/>
            <a:ext cx="4859893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57C0C-3DBD-41B5-9909-373C37BFF46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20019564"/>
            <a:ext cx="7289840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20019564"/>
            <a:ext cx="4859893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2CDE6-1880-4C22-9329-1980E52952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7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087012-9A9C-1442-2A47-399E8E1149B1}"/>
              </a:ext>
            </a:extLst>
          </p:cNvPr>
          <p:cNvSpPr/>
          <p:nvPr/>
        </p:nvSpPr>
        <p:spPr>
          <a:xfrm>
            <a:off x="-84817" y="2352220"/>
            <a:ext cx="21684342" cy="1605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F87A7FC-4C54-87B8-1961-15C9F6420A44}"/>
              </a:ext>
            </a:extLst>
          </p:cNvPr>
          <p:cNvSpPr/>
          <p:nvPr/>
        </p:nvSpPr>
        <p:spPr>
          <a:xfrm>
            <a:off x="8968919" y="3701036"/>
            <a:ext cx="1380227" cy="4917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Usuário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68B076-5B57-4ADB-31D5-69527756D750}"/>
              </a:ext>
            </a:extLst>
          </p:cNvPr>
          <p:cNvSpPr/>
          <p:nvPr/>
        </p:nvSpPr>
        <p:spPr>
          <a:xfrm>
            <a:off x="8079694" y="2817736"/>
            <a:ext cx="746186" cy="33360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endParaRPr lang="pt-BR" sz="3401" u="sng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ED203AE-2B87-DCCD-178E-DEEBD987A038}"/>
              </a:ext>
            </a:extLst>
          </p:cNvPr>
          <p:cNvSpPr/>
          <p:nvPr/>
        </p:nvSpPr>
        <p:spPr>
          <a:xfrm>
            <a:off x="8825880" y="2520896"/>
            <a:ext cx="746186" cy="3336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Nome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6DE0178-BB47-91AD-ECAD-94CC22B3BB1E}"/>
              </a:ext>
            </a:extLst>
          </p:cNvPr>
          <p:cNvSpPr/>
          <p:nvPr/>
        </p:nvSpPr>
        <p:spPr>
          <a:xfrm>
            <a:off x="9783128" y="2505352"/>
            <a:ext cx="746186" cy="3336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E-mail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35A988B-FC0A-D9B7-F998-AF0B67A68D95}"/>
              </a:ext>
            </a:extLst>
          </p:cNvPr>
          <p:cNvSpPr/>
          <p:nvPr/>
        </p:nvSpPr>
        <p:spPr>
          <a:xfrm>
            <a:off x="10559089" y="2777545"/>
            <a:ext cx="746186" cy="3336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Senha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839D00E4-11D3-11EC-A9A0-1EB9519A448C}"/>
              </a:ext>
            </a:extLst>
          </p:cNvPr>
          <p:cNvCxnSpPr>
            <a:cxnSpLocks/>
            <a:stCxn id="3" idx="0"/>
            <a:endCxn id="10" idx="2"/>
          </p:cNvCxnSpPr>
          <p:nvPr/>
        </p:nvCxnSpPr>
        <p:spPr>
          <a:xfrm flipH="1" flipV="1">
            <a:off x="9198973" y="2854502"/>
            <a:ext cx="460060" cy="846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72E6A62-D383-B33D-A01C-6647F02B78C7}"/>
              </a:ext>
            </a:extLst>
          </p:cNvPr>
          <p:cNvCxnSpPr>
            <a:cxnSpLocks/>
            <a:stCxn id="3" idx="0"/>
            <a:endCxn id="11" idx="2"/>
          </p:cNvCxnSpPr>
          <p:nvPr/>
        </p:nvCxnSpPr>
        <p:spPr>
          <a:xfrm flipV="1">
            <a:off x="9659033" y="2838958"/>
            <a:ext cx="497188" cy="862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791D8B05-28D3-3E03-4B50-8E5F255D3933}"/>
              </a:ext>
            </a:extLst>
          </p:cNvPr>
          <p:cNvCxnSpPr>
            <a:cxnSpLocks/>
            <a:stCxn id="3" idx="0"/>
            <a:endCxn id="12" idx="2"/>
          </p:cNvCxnSpPr>
          <p:nvPr/>
        </p:nvCxnSpPr>
        <p:spPr>
          <a:xfrm flipV="1">
            <a:off x="9659033" y="3111151"/>
            <a:ext cx="1273149" cy="589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4FDCFEB-66B4-7B29-0155-A82F132C6915}"/>
              </a:ext>
            </a:extLst>
          </p:cNvPr>
          <p:cNvSpPr txBox="1"/>
          <p:nvPr/>
        </p:nvSpPr>
        <p:spPr>
          <a:xfrm>
            <a:off x="10369518" y="4165517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EF47C8B-47AC-A7AD-2DFD-F7ADA3ADAF77}"/>
              </a:ext>
            </a:extLst>
          </p:cNvPr>
          <p:cNvSpPr txBox="1"/>
          <p:nvPr/>
        </p:nvSpPr>
        <p:spPr>
          <a:xfrm>
            <a:off x="8679653" y="4176603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EC38E56-7F05-23B0-15F3-4C3BBBB8CE1E}"/>
              </a:ext>
            </a:extLst>
          </p:cNvPr>
          <p:cNvSpPr txBox="1"/>
          <p:nvPr/>
        </p:nvSpPr>
        <p:spPr>
          <a:xfrm>
            <a:off x="8572558" y="3565657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905EF09-E722-0EDE-3589-8CB4A49DCE14}"/>
              </a:ext>
            </a:extLst>
          </p:cNvPr>
          <p:cNvSpPr txBox="1"/>
          <p:nvPr/>
        </p:nvSpPr>
        <p:spPr>
          <a:xfrm>
            <a:off x="10374741" y="3534658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31" name="Fluxograma: Decisão 30">
            <a:extLst>
              <a:ext uri="{FF2B5EF4-FFF2-40B4-BE49-F238E27FC236}">
                <a16:creationId xmlns:a16="http://schemas.microsoft.com/office/drawing/2014/main" id="{9691D95E-949D-D47E-F7A6-E8A39985458E}"/>
              </a:ext>
            </a:extLst>
          </p:cNvPr>
          <p:cNvSpPr/>
          <p:nvPr/>
        </p:nvSpPr>
        <p:spPr>
          <a:xfrm>
            <a:off x="11027634" y="3278910"/>
            <a:ext cx="1380227" cy="1335958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</a:t>
            </a:r>
          </a:p>
        </p:txBody>
      </p:sp>
      <p:sp>
        <p:nvSpPr>
          <p:cNvPr id="32" name="Fluxograma: Decisão 31">
            <a:extLst>
              <a:ext uri="{FF2B5EF4-FFF2-40B4-BE49-F238E27FC236}">
                <a16:creationId xmlns:a16="http://schemas.microsoft.com/office/drawing/2014/main" id="{4F5A64FC-24FB-9529-6B18-6D6C52A357AE}"/>
              </a:ext>
            </a:extLst>
          </p:cNvPr>
          <p:cNvSpPr/>
          <p:nvPr/>
        </p:nvSpPr>
        <p:spPr>
          <a:xfrm>
            <a:off x="5796466" y="5941219"/>
            <a:ext cx="1380227" cy="1335958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Faz</a:t>
            </a:r>
          </a:p>
        </p:txBody>
      </p:sp>
      <p:sp>
        <p:nvSpPr>
          <p:cNvPr id="33" name="Fluxograma: Decisão 32">
            <a:extLst>
              <a:ext uri="{FF2B5EF4-FFF2-40B4-BE49-F238E27FC236}">
                <a16:creationId xmlns:a16="http://schemas.microsoft.com/office/drawing/2014/main" id="{619F6E2C-71B7-FB62-9ABD-CFFD09D009AE}"/>
              </a:ext>
            </a:extLst>
          </p:cNvPr>
          <p:cNvSpPr/>
          <p:nvPr/>
        </p:nvSpPr>
        <p:spPr>
          <a:xfrm>
            <a:off x="11934932" y="5820176"/>
            <a:ext cx="1380227" cy="1335958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Faz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C8CED608-0177-4128-B7B6-B2BBEE78E907}"/>
              </a:ext>
            </a:extLst>
          </p:cNvPr>
          <p:cNvCxnSpPr>
            <a:cxnSpLocks/>
            <a:stCxn id="32" idx="0"/>
            <a:endCxn id="3" idx="2"/>
          </p:cNvCxnSpPr>
          <p:nvPr/>
        </p:nvCxnSpPr>
        <p:spPr>
          <a:xfrm flipV="1">
            <a:off x="6486580" y="4192742"/>
            <a:ext cx="3172453" cy="17484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AC9D4A7E-DA9F-BAC6-C41D-CA6D0CD71A4C}"/>
              </a:ext>
            </a:extLst>
          </p:cNvPr>
          <p:cNvCxnSpPr>
            <a:cxnSpLocks/>
            <a:stCxn id="33" idx="0"/>
            <a:endCxn id="3" idx="2"/>
          </p:cNvCxnSpPr>
          <p:nvPr/>
        </p:nvCxnSpPr>
        <p:spPr>
          <a:xfrm flipH="1" flipV="1">
            <a:off x="9659033" y="4192742"/>
            <a:ext cx="2966013" cy="1627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C729BA6D-8868-2401-CB0B-A99F6EF591A0}"/>
              </a:ext>
            </a:extLst>
          </p:cNvPr>
          <p:cNvCxnSpPr>
            <a:cxnSpLocks/>
            <a:stCxn id="31" idx="1"/>
            <a:endCxn id="3" idx="3"/>
          </p:cNvCxnSpPr>
          <p:nvPr/>
        </p:nvCxnSpPr>
        <p:spPr>
          <a:xfrm flipH="1">
            <a:off x="10349146" y="3946889"/>
            <a:ext cx="6784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6E79ED3-14ED-5C5C-7D7A-FDC8316B41DF}"/>
              </a:ext>
            </a:extLst>
          </p:cNvPr>
          <p:cNvSpPr/>
          <p:nvPr/>
        </p:nvSpPr>
        <p:spPr>
          <a:xfrm>
            <a:off x="12918545" y="3701036"/>
            <a:ext cx="2239997" cy="4917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Perfil de acesso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53BB14BE-8BE0-F406-5D3D-0B39250824DC}"/>
              </a:ext>
            </a:extLst>
          </p:cNvPr>
          <p:cNvSpPr/>
          <p:nvPr/>
        </p:nvSpPr>
        <p:spPr>
          <a:xfrm>
            <a:off x="13194328" y="2981494"/>
            <a:ext cx="746186" cy="2962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endParaRPr lang="pt-BR" sz="3401" u="sng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31F765E2-4D13-46B2-FDD0-051F871DA636}"/>
              </a:ext>
            </a:extLst>
          </p:cNvPr>
          <p:cNvCxnSpPr>
            <a:cxnSpLocks/>
            <a:stCxn id="38" idx="0"/>
            <a:endCxn id="39" idx="2"/>
          </p:cNvCxnSpPr>
          <p:nvPr/>
        </p:nvCxnSpPr>
        <p:spPr>
          <a:xfrm flipH="1" flipV="1">
            <a:off x="13567421" y="3277769"/>
            <a:ext cx="471123" cy="4232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2977F5AE-E34D-8743-E20E-ECF9820094F9}"/>
              </a:ext>
            </a:extLst>
          </p:cNvPr>
          <p:cNvSpPr/>
          <p:nvPr/>
        </p:nvSpPr>
        <p:spPr>
          <a:xfrm>
            <a:off x="14243332" y="2970735"/>
            <a:ext cx="746186" cy="2962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Nome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0CBAC1FF-DEA5-8886-48C3-2A8AC2E249C7}"/>
              </a:ext>
            </a:extLst>
          </p:cNvPr>
          <p:cNvCxnSpPr>
            <a:cxnSpLocks/>
            <a:stCxn id="38" idx="0"/>
            <a:endCxn id="41" idx="2"/>
          </p:cNvCxnSpPr>
          <p:nvPr/>
        </p:nvCxnSpPr>
        <p:spPr>
          <a:xfrm flipV="1">
            <a:off x="14038544" y="3267010"/>
            <a:ext cx="577881" cy="4340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4DDA2A3-5322-566C-5E7E-4FEECAB19447}"/>
              </a:ext>
            </a:extLst>
          </p:cNvPr>
          <p:cNvSpPr txBox="1"/>
          <p:nvPr/>
        </p:nvSpPr>
        <p:spPr>
          <a:xfrm>
            <a:off x="12625046" y="3464360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6EA128B-9554-176A-412D-39F6CAEDE063}"/>
              </a:ext>
            </a:extLst>
          </p:cNvPr>
          <p:cNvSpPr txBox="1"/>
          <p:nvPr/>
        </p:nvSpPr>
        <p:spPr>
          <a:xfrm>
            <a:off x="15251333" y="3566223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002C0346-BD06-FEE4-7707-DA4AC227A60E}"/>
              </a:ext>
            </a:extLst>
          </p:cNvPr>
          <p:cNvCxnSpPr>
            <a:cxnSpLocks/>
            <a:stCxn id="38" idx="1"/>
            <a:endCxn id="31" idx="3"/>
          </p:cNvCxnSpPr>
          <p:nvPr/>
        </p:nvCxnSpPr>
        <p:spPr>
          <a:xfrm flipH="1">
            <a:off x="12407861" y="3946889"/>
            <a:ext cx="5106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C0417D6A-040E-119D-9C14-783905B2E3FC}"/>
              </a:ext>
            </a:extLst>
          </p:cNvPr>
          <p:cNvSpPr/>
          <p:nvPr/>
        </p:nvSpPr>
        <p:spPr>
          <a:xfrm>
            <a:off x="17705741" y="3483148"/>
            <a:ext cx="2239997" cy="9036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Conjunto de permissões</a:t>
            </a: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F49CAD8C-BD92-EFCE-9D69-5C7CD582F9A3}"/>
              </a:ext>
            </a:extLst>
          </p:cNvPr>
          <p:cNvCxnSpPr>
            <a:cxnSpLocks/>
            <a:stCxn id="38" idx="3"/>
            <a:endCxn id="56" idx="1"/>
          </p:cNvCxnSpPr>
          <p:nvPr/>
        </p:nvCxnSpPr>
        <p:spPr>
          <a:xfrm flipV="1">
            <a:off x="15158542" y="3934989"/>
            <a:ext cx="598206" cy="11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2AB0CC87-30D2-77FB-4748-A3F7B2F2F138}"/>
              </a:ext>
            </a:extLst>
          </p:cNvPr>
          <p:cNvSpPr/>
          <p:nvPr/>
        </p:nvSpPr>
        <p:spPr>
          <a:xfrm>
            <a:off x="20360043" y="3429186"/>
            <a:ext cx="746186" cy="2040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endParaRPr lang="pt-BR" sz="3401" u="sng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FB018500-5586-E80C-2D7C-795C8BBF14A4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 flipV="1">
            <a:off x="19945738" y="3531219"/>
            <a:ext cx="414305" cy="4037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58D526D7-805A-62C9-AF61-9F17B5D21DEE}"/>
              </a:ext>
            </a:extLst>
          </p:cNvPr>
          <p:cNvSpPr/>
          <p:nvPr/>
        </p:nvSpPr>
        <p:spPr>
          <a:xfrm>
            <a:off x="20426781" y="3843589"/>
            <a:ext cx="746186" cy="2040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Nome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34CF209C-E1F3-C0E6-70DC-D967F543B5AC}"/>
              </a:ext>
            </a:extLst>
          </p:cNvPr>
          <p:cNvCxnSpPr>
            <a:cxnSpLocks/>
            <a:stCxn id="46" idx="3"/>
            <a:endCxn id="50" idx="1"/>
          </p:cNvCxnSpPr>
          <p:nvPr/>
        </p:nvCxnSpPr>
        <p:spPr>
          <a:xfrm>
            <a:off x="19945738" y="3934989"/>
            <a:ext cx="481043" cy="106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B2ECF6F7-739C-9DBF-0BBB-658C62C63167}"/>
              </a:ext>
            </a:extLst>
          </p:cNvPr>
          <p:cNvSpPr/>
          <p:nvPr/>
        </p:nvSpPr>
        <p:spPr>
          <a:xfrm>
            <a:off x="20360043" y="4224962"/>
            <a:ext cx="1099872" cy="2040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Descrição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464AB54A-3165-7AA0-89D6-C1CB5E5F4596}"/>
              </a:ext>
            </a:extLst>
          </p:cNvPr>
          <p:cNvCxnSpPr>
            <a:cxnSpLocks/>
            <a:stCxn id="46" idx="3"/>
            <a:endCxn id="52" idx="1"/>
          </p:cNvCxnSpPr>
          <p:nvPr/>
        </p:nvCxnSpPr>
        <p:spPr>
          <a:xfrm>
            <a:off x="19945738" y="3934989"/>
            <a:ext cx="414305" cy="392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4CF8AE2A-9C26-401D-8C4C-D1AFBF7B1541}"/>
              </a:ext>
            </a:extLst>
          </p:cNvPr>
          <p:cNvSpPr txBox="1"/>
          <p:nvPr/>
        </p:nvSpPr>
        <p:spPr>
          <a:xfrm>
            <a:off x="17464199" y="3606912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56" name="Fluxograma: Decisão 55">
            <a:extLst>
              <a:ext uri="{FF2B5EF4-FFF2-40B4-BE49-F238E27FC236}">
                <a16:creationId xmlns:a16="http://schemas.microsoft.com/office/drawing/2014/main" id="{099826E5-2CCF-1C27-D933-223C9B86F41A}"/>
              </a:ext>
            </a:extLst>
          </p:cNvPr>
          <p:cNvSpPr/>
          <p:nvPr/>
        </p:nvSpPr>
        <p:spPr>
          <a:xfrm>
            <a:off x="15756748" y="3267010"/>
            <a:ext cx="1380227" cy="1335958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B6B3472-2CA5-7CE2-0022-1A13DD9B6641}"/>
              </a:ext>
            </a:extLst>
          </p:cNvPr>
          <p:cNvCxnSpPr>
            <a:cxnSpLocks/>
            <a:stCxn id="46" idx="1"/>
            <a:endCxn id="56" idx="3"/>
          </p:cNvCxnSpPr>
          <p:nvPr/>
        </p:nvCxnSpPr>
        <p:spPr>
          <a:xfrm flipH="1">
            <a:off x="17136975" y="3934989"/>
            <a:ext cx="5687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77AFD817-A31B-2D10-40E4-E96D9E2675A9}"/>
              </a:ext>
            </a:extLst>
          </p:cNvPr>
          <p:cNvSpPr/>
          <p:nvPr/>
        </p:nvSpPr>
        <p:spPr>
          <a:xfrm>
            <a:off x="3840386" y="3690699"/>
            <a:ext cx="2104954" cy="4917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45E9C0EE-F6D9-6CF3-FCE8-B370AEC69B46}"/>
              </a:ext>
            </a:extLst>
          </p:cNvPr>
          <p:cNvSpPr/>
          <p:nvPr/>
        </p:nvSpPr>
        <p:spPr>
          <a:xfrm flipH="1">
            <a:off x="2255782" y="3171503"/>
            <a:ext cx="746186" cy="2962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endParaRPr lang="pt-BR" sz="3401" u="sng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7C90314-2FB8-2EB9-F4C2-B5B3D609AE2C}"/>
              </a:ext>
            </a:extLst>
          </p:cNvPr>
          <p:cNvSpPr/>
          <p:nvPr/>
        </p:nvSpPr>
        <p:spPr>
          <a:xfrm flipH="1">
            <a:off x="1392505" y="3573998"/>
            <a:ext cx="1769416" cy="2962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 de evento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CD932399-D0E5-166B-8B00-0C3F7E3FE3DB}"/>
              </a:ext>
            </a:extLst>
          </p:cNvPr>
          <p:cNvSpPr/>
          <p:nvPr/>
        </p:nvSpPr>
        <p:spPr>
          <a:xfrm flipH="1">
            <a:off x="1438267" y="4040931"/>
            <a:ext cx="1812278" cy="2962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Descrição do evento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5599CE10-3C4A-16D7-0D6C-C47EB1FA5EDA}"/>
              </a:ext>
            </a:extLst>
          </p:cNvPr>
          <p:cNvSpPr/>
          <p:nvPr/>
        </p:nvSpPr>
        <p:spPr>
          <a:xfrm flipH="1">
            <a:off x="1522331" y="4468812"/>
            <a:ext cx="1817041" cy="2962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 hora do registro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A1D1250-79E8-D3FD-1451-2AAB4A63B079}"/>
              </a:ext>
            </a:extLst>
          </p:cNvPr>
          <p:cNvSpPr/>
          <p:nvPr/>
        </p:nvSpPr>
        <p:spPr>
          <a:xfrm flipH="1">
            <a:off x="1126319" y="4920261"/>
            <a:ext cx="2465173" cy="2962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alterados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B920ADFE-628C-CC47-EC5D-EB5160E9F5A7}"/>
              </a:ext>
            </a:extLst>
          </p:cNvPr>
          <p:cNvCxnSpPr>
            <a:cxnSpLocks/>
            <a:stCxn id="58" idx="1"/>
            <a:endCxn id="59" idx="1"/>
          </p:cNvCxnSpPr>
          <p:nvPr/>
        </p:nvCxnSpPr>
        <p:spPr>
          <a:xfrm flipH="1" flipV="1">
            <a:off x="3001968" y="3319641"/>
            <a:ext cx="838418" cy="6169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E718D4ED-EE22-963A-F4F5-8A7E642A4867}"/>
              </a:ext>
            </a:extLst>
          </p:cNvPr>
          <p:cNvCxnSpPr>
            <a:cxnSpLocks/>
            <a:stCxn id="58" idx="1"/>
            <a:endCxn id="60" idx="1"/>
          </p:cNvCxnSpPr>
          <p:nvPr/>
        </p:nvCxnSpPr>
        <p:spPr>
          <a:xfrm flipH="1" flipV="1">
            <a:off x="3161921" y="3722136"/>
            <a:ext cx="678465" cy="2144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B8E51435-47DE-096A-99A1-D223AD0A7D92}"/>
              </a:ext>
            </a:extLst>
          </p:cNvPr>
          <p:cNvCxnSpPr>
            <a:cxnSpLocks/>
            <a:stCxn id="58" idx="1"/>
            <a:endCxn id="61" idx="1"/>
          </p:cNvCxnSpPr>
          <p:nvPr/>
        </p:nvCxnSpPr>
        <p:spPr>
          <a:xfrm flipH="1">
            <a:off x="3250545" y="3936552"/>
            <a:ext cx="589841" cy="2525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26D12360-80AA-64E0-11D6-21302ACADE81}"/>
              </a:ext>
            </a:extLst>
          </p:cNvPr>
          <p:cNvCxnSpPr>
            <a:cxnSpLocks/>
            <a:stCxn id="58" idx="1"/>
            <a:endCxn id="62" idx="1"/>
          </p:cNvCxnSpPr>
          <p:nvPr/>
        </p:nvCxnSpPr>
        <p:spPr>
          <a:xfrm flipH="1">
            <a:off x="3339372" y="3936552"/>
            <a:ext cx="501014" cy="6803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0B4AD42A-D196-B444-02B4-B8AB56A034EC}"/>
              </a:ext>
            </a:extLst>
          </p:cNvPr>
          <p:cNvCxnSpPr>
            <a:cxnSpLocks/>
            <a:stCxn id="58" idx="1"/>
            <a:endCxn id="63" idx="1"/>
          </p:cNvCxnSpPr>
          <p:nvPr/>
        </p:nvCxnSpPr>
        <p:spPr>
          <a:xfrm flipH="1">
            <a:off x="3591492" y="3936552"/>
            <a:ext cx="248894" cy="11318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6B2B2955-0BD1-77FD-6DC8-2876DEB7B95A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>
            <a:off x="8452787" y="3151343"/>
            <a:ext cx="1206246" cy="549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luxograma: Decisão 69">
            <a:extLst>
              <a:ext uri="{FF2B5EF4-FFF2-40B4-BE49-F238E27FC236}">
                <a16:creationId xmlns:a16="http://schemas.microsoft.com/office/drawing/2014/main" id="{51CAB3D4-875A-157B-9096-13637EEFC5D7}"/>
              </a:ext>
            </a:extLst>
          </p:cNvPr>
          <p:cNvSpPr/>
          <p:nvPr/>
        </p:nvSpPr>
        <p:spPr>
          <a:xfrm>
            <a:off x="6757962" y="3279312"/>
            <a:ext cx="1380227" cy="1346079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Gera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35C385CC-CA53-5E57-AF21-D7EC6B831064}"/>
              </a:ext>
            </a:extLst>
          </p:cNvPr>
          <p:cNvCxnSpPr>
            <a:cxnSpLocks/>
            <a:stCxn id="3" idx="1"/>
            <a:endCxn id="70" idx="3"/>
          </p:cNvCxnSpPr>
          <p:nvPr/>
        </p:nvCxnSpPr>
        <p:spPr>
          <a:xfrm flipH="1">
            <a:off x="8138189" y="3946889"/>
            <a:ext cx="830730" cy="5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11EA3148-7402-C392-929B-3F6686C4AB6A}"/>
              </a:ext>
            </a:extLst>
          </p:cNvPr>
          <p:cNvCxnSpPr>
            <a:cxnSpLocks/>
            <a:stCxn id="70" idx="1"/>
            <a:endCxn id="58" idx="3"/>
          </p:cNvCxnSpPr>
          <p:nvPr/>
        </p:nvCxnSpPr>
        <p:spPr>
          <a:xfrm flipH="1" flipV="1">
            <a:off x="5945340" y="3936552"/>
            <a:ext cx="812622" cy="15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FFB03E9C-B537-7BA1-19E3-2249ADD893EB}"/>
              </a:ext>
            </a:extLst>
          </p:cNvPr>
          <p:cNvSpPr txBox="1"/>
          <p:nvPr/>
        </p:nvSpPr>
        <p:spPr>
          <a:xfrm>
            <a:off x="6060301" y="3519423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1E28692A-B0FC-EFA4-7C23-33B1C200FA39}"/>
              </a:ext>
            </a:extLst>
          </p:cNvPr>
          <p:cNvSpPr/>
          <p:nvPr/>
        </p:nvSpPr>
        <p:spPr>
          <a:xfrm>
            <a:off x="10563961" y="7861676"/>
            <a:ext cx="746186" cy="31339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endParaRPr lang="pt-BR" sz="3401" u="sng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18DA4AC1-93E3-CA21-B3A7-1082CB0680AD}"/>
              </a:ext>
            </a:extLst>
          </p:cNvPr>
          <p:cNvSpPr/>
          <p:nvPr/>
        </p:nvSpPr>
        <p:spPr>
          <a:xfrm>
            <a:off x="9964500" y="8695329"/>
            <a:ext cx="1970432" cy="3043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 hora da operação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4D8ACE30-8C7E-F8FC-B216-1999B10973B1}"/>
              </a:ext>
            </a:extLst>
          </p:cNvPr>
          <p:cNvCxnSpPr>
            <a:cxnSpLocks/>
            <a:stCxn id="79" idx="1"/>
            <a:endCxn id="74" idx="3"/>
          </p:cNvCxnSpPr>
          <p:nvPr/>
        </p:nvCxnSpPr>
        <p:spPr>
          <a:xfrm flipH="1">
            <a:off x="11310147" y="7953685"/>
            <a:ext cx="262421" cy="646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3CC0B5F5-C48E-AACF-9E20-C29A3AA75D92}"/>
              </a:ext>
            </a:extLst>
          </p:cNvPr>
          <p:cNvCxnSpPr>
            <a:cxnSpLocks/>
            <a:stCxn id="79" idx="2"/>
            <a:endCxn id="75" idx="3"/>
          </p:cNvCxnSpPr>
          <p:nvPr/>
        </p:nvCxnSpPr>
        <p:spPr>
          <a:xfrm flipH="1">
            <a:off x="11934932" y="8199538"/>
            <a:ext cx="690113" cy="6479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702F1E89-8B0B-EC0C-2A02-1AE4B430D0ED}"/>
              </a:ext>
            </a:extLst>
          </p:cNvPr>
          <p:cNvSpPr/>
          <p:nvPr/>
        </p:nvSpPr>
        <p:spPr>
          <a:xfrm>
            <a:off x="9596560" y="8273764"/>
            <a:ext cx="1793580" cy="31339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Quantidade de itens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1C05782E-EE5A-2F47-61BA-BCE61CD08913}"/>
              </a:ext>
            </a:extLst>
          </p:cNvPr>
          <p:cNvSpPr/>
          <p:nvPr/>
        </p:nvSpPr>
        <p:spPr>
          <a:xfrm>
            <a:off x="11572568" y="7707832"/>
            <a:ext cx="2104954" cy="4917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Exportação</a:t>
            </a:r>
          </a:p>
        </p:txBody>
      </p: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508E3D3C-F51B-9BC1-1A20-7DAE4AAE62CE}"/>
              </a:ext>
            </a:extLst>
          </p:cNvPr>
          <p:cNvCxnSpPr>
            <a:cxnSpLocks/>
            <a:stCxn id="79" idx="2"/>
            <a:endCxn id="78" idx="3"/>
          </p:cNvCxnSpPr>
          <p:nvPr/>
        </p:nvCxnSpPr>
        <p:spPr>
          <a:xfrm flipH="1">
            <a:off x="11390140" y="8199538"/>
            <a:ext cx="1234905" cy="2309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A0C677DE-A5E2-004F-D587-6C0476134F42}"/>
              </a:ext>
            </a:extLst>
          </p:cNvPr>
          <p:cNvCxnSpPr>
            <a:cxnSpLocks/>
            <a:stCxn id="33" idx="2"/>
            <a:endCxn id="79" idx="0"/>
          </p:cNvCxnSpPr>
          <p:nvPr/>
        </p:nvCxnSpPr>
        <p:spPr>
          <a:xfrm flipH="1">
            <a:off x="12625045" y="7156134"/>
            <a:ext cx="1" cy="5516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6F225FD4-9191-5133-8AB8-D046F3E2C691}"/>
              </a:ext>
            </a:extLst>
          </p:cNvPr>
          <p:cNvSpPr txBox="1"/>
          <p:nvPr/>
        </p:nvSpPr>
        <p:spPr>
          <a:xfrm>
            <a:off x="12781093" y="7329878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C0422FEB-E25C-431E-9F73-0D350E9C88AE}"/>
              </a:ext>
            </a:extLst>
          </p:cNvPr>
          <p:cNvSpPr/>
          <p:nvPr/>
        </p:nvSpPr>
        <p:spPr>
          <a:xfrm>
            <a:off x="5439934" y="7812055"/>
            <a:ext cx="2104954" cy="4917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Revisão</a:t>
            </a:r>
          </a:p>
        </p:txBody>
      </p:sp>
      <p:sp>
        <p:nvSpPr>
          <p:cNvPr id="84" name="Fluxograma: Decisão 83">
            <a:extLst>
              <a:ext uri="{FF2B5EF4-FFF2-40B4-BE49-F238E27FC236}">
                <a16:creationId xmlns:a16="http://schemas.microsoft.com/office/drawing/2014/main" id="{D70F9967-83BF-E7BB-8977-8D64E1F5BCCD}"/>
              </a:ext>
            </a:extLst>
          </p:cNvPr>
          <p:cNvSpPr/>
          <p:nvPr/>
        </p:nvSpPr>
        <p:spPr>
          <a:xfrm>
            <a:off x="5796466" y="8838639"/>
            <a:ext cx="1380227" cy="1335958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514C299B-531C-EF43-FD0B-592252CFABCB}"/>
              </a:ext>
            </a:extLst>
          </p:cNvPr>
          <p:cNvSpPr txBox="1"/>
          <p:nvPr/>
        </p:nvSpPr>
        <p:spPr>
          <a:xfrm>
            <a:off x="6131641" y="7448105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D1FE3316-551D-5BC4-DE76-74DAF5276A73}"/>
              </a:ext>
            </a:extLst>
          </p:cNvPr>
          <p:cNvSpPr/>
          <p:nvPr/>
        </p:nvSpPr>
        <p:spPr>
          <a:xfrm>
            <a:off x="7805288" y="7252829"/>
            <a:ext cx="746186" cy="3070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endParaRPr lang="pt-BR" sz="3401" u="sng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297AD8A0-8825-CF67-83AD-AE24290B2919}"/>
              </a:ext>
            </a:extLst>
          </p:cNvPr>
          <p:cNvSpPr/>
          <p:nvPr/>
        </p:nvSpPr>
        <p:spPr>
          <a:xfrm>
            <a:off x="7875538" y="7722095"/>
            <a:ext cx="1390372" cy="30403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Decisão tomada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FCDE5AC0-CDBB-BCB6-382C-1CCBD29C93A5}"/>
              </a:ext>
            </a:extLst>
          </p:cNvPr>
          <p:cNvSpPr/>
          <p:nvPr/>
        </p:nvSpPr>
        <p:spPr>
          <a:xfrm>
            <a:off x="7849888" y="8157100"/>
            <a:ext cx="1536406" cy="3070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Comentário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1B92AED3-3A50-E421-9666-03F198B1E11C}"/>
              </a:ext>
            </a:extLst>
          </p:cNvPr>
          <p:cNvSpPr/>
          <p:nvPr/>
        </p:nvSpPr>
        <p:spPr>
          <a:xfrm>
            <a:off x="7176693" y="8689847"/>
            <a:ext cx="2216725" cy="2975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 hora da revisão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1217545A-5B9A-E830-A0BC-DBE8836508F7}"/>
              </a:ext>
            </a:extLst>
          </p:cNvPr>
          <p:cNvCxnSpPr>
            <a:cxnSpLocks/>
            <a:stCxn id="83" idx="0"/>
            <a:endCxn id="86" idx="1"/>
          </p:cNvCxnSpPr>
          <p:nvPr/>
        </p:nvCxnSpPr>
        <p:spPr>
          <a:xfrm flipV="1">
            <a:off x="6492411" y="7406363"/>
            <a:ext cx="1312877" cy="405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>
            <a:extLst>
              <a:ext uri="{FF2B5EF4-FFF2-40B4-BE49-F238E27FC236}">
                <a16:creationId xmlns:a16="http://schemas.microsoft.com/office/drawing/2014/main" id="{5179ED9F-122B-F6F1-3AC3-196851CA4AD8}"/>
              </a:ext>
            </a:extLst>
          </p:cNvPr>
          <p:cNvCxnSpPr>
            <a:cxnSpLocks/>
            <a:stCxn id="83" idx="3"/>
            <a:endCxn id="88" idx="1"/>
          </p:cNvCxnSpPr>
          <p:nvPr/>
        </p:nvCxnSpPr>
        <p:spPr>
          <a:xfrm>
            <a:off x="7544888" y="8057908"/>
            <a:ext cx="305000" cy="2527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CBCFC86E-5828-3E17-46FD-EBE284D50238}"/>
              </a:ext>
            </a:extLst>
          </p:cNvPr>
          <p:cNvCxnSpPr>
            <a:cxnSpLocks/>
            <a:stCxn id="83" idx="2"/>
            <a:endCxn id="89" idx="1"/>
          </p:cNvCxnSpPr>
          <p:nvPr/>
        </p:nvCxnSpPr>
        <p:spPr>
          <a:xfrm>
            <a:off x="6492411" y="8303761"/>
            <a:ext cx="684282" cy="534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F184DC87-2F51-5B96-F711-548E5E360DB6}"/>
              </a:ext>
            </a:extLst>
          </p:cNvPr>
          <p:cNvCxnSpPr>
            <a:cxnSpLocks/>
            <a:stCxn id="83" idx="0"/>
            <a:endCxn id="32" idx="2"/>
          </p:cNvCxnSpPr>
          <p:nvPr/>
        </p:nvCxnSpPr>
        <p:spPr>
          <a:xfrm flipH="1" flipV="1">
            <a:off x="6486580" y="7277177"/>
            <a:ext cx="5831" cy="534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>
            <a:extLst>
              <a:ext uri="{FF2B5EF4-FFF2-40B4-BE49-F238E27FC236}">
                <a16:creationId xmlns:a16="http://schemas.microsoft.com/office/drawing/2014/main" id="{2054019D-A3F3-2E0F-D432-631FDAF64A2B}"/>
              </a:ext>
            </a:extLst>
          </p:cNvPr>
          <p:cNvCxnSpPr>
            <a:cxnSpLocks/>
            <a:stCxn id="83" idx="3"/>
            <a:endCxn id="87" idx="1"/>
          </p:cNvCxnSpPr>
          <p:nvPr/>
        </p:nvCxnSpPr>
        <p:spPr>
          <a:xfrm flipV="1">
            <a:off x="7544888" y="7874114"/>
            <a:ext cx="330650" cy="183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F161A265-C97D-A7F5-5ACB-19C83B5BC5C6}"/>
              </a:ext>
            </a:extLst>
          </p:cNvPr>
          <p:cNvGrpSpPr/>
          <p:nvPr/>
        </p:nvGrpSpPr>
        <p:grpSpPr>
          <a:xfrm>
            <a:off x="8199158" y="11477344"/>
            <a:ext cx="2379262" cy="1404266"/>
            <a:chOff x="7369576" y="12448894"/>
            <a:chExt cx="2379262" cy="1404266"/>
          </a:xfrm>
        </p:grpSpPr>
        <p:sp>
          <p:nvSpPr>
            <p:cNvPr id="96" name="Fluxograma: Decisão 95">
              <a:extLst>
                <a:ext uri="{FF2B5EF4-FFF2-40B4-BE49-F238E27FC236}">
                  <a16:creationId xmlns:a16="http://schemas.microsoft.com/office/drawing/2014/main" id="{E1E08D1F-BA7C-0DF5-FCBB-036E97FC54A7}"/>
                </a:ext>
              </a:extLst>
            </p:cNvPr>
            <p:cNvSpPr/>
            <p:nvPr/>
          </p:nvSpPr>
          <p:spPr>
            <a:xfrm>
              <a:off x="7381875" y="12448894"/>
              <a:ext cx="2366963" cy="1404266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ysClr val="windowText" lastClr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Relaciona</a:t>
              </a:r>
            </a:p>
          </p:txBody>
        </p:sp>
        <p:sp>
          <p:nvSpPr>
            <p:cNvPr id="97" name="Retângulo: Cantos Arredondados 96">
              <a:extLst>
                <a:ext uri="{FF2B5EF4-FFF2-40B4-BE49-F238E27FC236}">
                  <a16:creationId xmlns:a16="http://schemas.microsoft.com/office/drawing/2014/main" id="{080240BC-57EB-F096-4CAA-DC0DB9716972}"/>
                </a:ext>
              </a:extLst>
            </p:cNvPr>
            <p:cNvSpPr/>
            <p:nvPr/>
          </p:nvSpPr>
          <p:spPr>
            <a:xfrm>
              <a:off x="7369576" y="12450092"/>
              <a:ext cx="2371725" cy="1397787"/>
            </a:xfrm>
            <a:prstGeom prst="roundRect">
              <a:avLst>
                <a:gd name="adj" fmla="val 0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D3DC4BE6-6D08-D3A0-098C-917B0134BC11}"/>
              </a:ext>
            </a:extLst>
          </p:cNvPr>
          <p:cNvCxnSpPr>
            <a:cxnSpLocks/>
            <a:stCxn id="83" idx="2"/>
            <a:endCxn id="84" idx="0"/>
          </p:cNvCxnSpPr>
          <p:nvPr/>
        </p:nvCxnSpPr>
        <p:spPr>
          <a:xfrm flipH="1">
            <a:off x="6486580" y="8303761"/>
            <a:ext cx="5831" cy="534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luxograma: Decisão 98">
            <a:extLst>
              <a:ext uri="{FF2B5EF4-FFF2-40B4-BE49-F238E27FC236}">
                <a16:creationId xmlns:a16="http://schemas.microsoft.com/office/drawing/2014/main" id="{42B2723A-31C7-E2F0-D368-5370CB1FAB3B}"/>
              </a:ext>
            </a:extLst>
          </p:cNvPr>
          <p:cNvSpPr/>
          <p:nvPr/>
        </p:nvSpPr>
        <p:spPr>
          <a:xfrm>
            <a:off x="11909567" y="8838639"/>
            <a:ext cx="1380227" cy="1335958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Está</a:t>
            </a:r>
          </a:p>
        </p:txBody>
      </p: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FDEE82E6-066C-E8B5-8DCF-76FCA6DF6511}"/>
              </a:ext>
            </a:extLst>
          </p:cNvPr>
          <p:cNvCxnSpPr>
            <a:cxnSpLocks/>
            <a:stCxn id="84" idx="2"/>
            <a:endCxn id="97" idx="0"/>
          </p:cNvCxnSpPr>
          <p:nvPr/>
        </p:nvCxnSpPr>
        <p:spPr>
          <a:xfrm>
            <a:off x="6486580" y="10174597"/>
            <a:ext cx="2898441" cy="1303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to 100">
            <a:extLst>
              <a:ext uri="{FF2B5EF4-FFF2-40B4-BE49-F238E27FC236}">
                <a16:creationId xmlns:a16="http://schemas.microsoft.com/office/drawing/2014/main" id="{A5F5DB8F-DD62-87D4-A91B-4B552FE7BB58}"/>
              </a:ext>
            </a:extLst>
          </p:cNvPr>
          <p:cNvCxnSpPr>
            <a:cxnSpLocks/>
            <a:stCxn id="79" idx="2"/>
            <a:endCxn id="99" idx="0"/>
          </p:cNvCxnSpPr>
          <p:nvPr/>
        </p:nvCxnSpPr>
        <p:spPr>
          <a:xfrm flipH="1">
            <a:off x="12599681" y="8199538"/>
            <a:ext cx="25364" cy="6391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3CF28836-1BBA-59C0-A439-17008F139B32}"/>
              </a:ext>
            </a:extLst>
          </p:cNvPr>
          <p:cNvCxnSpPr>
            <a:cxnSpLocks/>
            <a:stCxn id="99" idx="2"/>
            <a:endCxn id="96" idx="0"/>
          </p:cNvCxnSpPr>
          <p:nvPr/>
        </p:nvCxnSpPr>
        <p:spPr>
          <a:xfrm flipH="1">
            <a:off x="9394939" y="10174597"/>
            <a:ext cx="3204742" cy="13027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2986DD58-83F3-38F8-DB82-2AF041471B8A}"/>
              </a:ext>
            </a:extLst>
          </p:cNvPr>
          <p:cNvSpPr/>
          <p:nvPr/>
        </p:nvSpPr>
        <p:spPr>
          <a:xfrm>
            <a:off x="5493202" y="11891998"/>
            <a:ext cx="1380227" cy="4917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5D76D55D-5043-2AD1-20A5-8C904C74F3F6}"/>
              </a:ext>
            </a:extLst>
          </p:cNvPr>
          <p:cNvSpPr txBox="1"/>
          <p:nvPr/>
        </p:nvSpPr>
        <p:spPr>
          <a:xfrm>
            <a:off x="6890287" y="11749172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cxnSp>
        <p:nvCxnSpPr>
          <p:cNvPr id="105" name="Conector reto 104">
            <a:extLst>
              <a:ext uri="{FF2B5EF4-FFF2-40B4-BE49-F238E27FC236}">
                <a16:creationId xmlns:a16="http://schemas.microsoft.com/office/drawing/2014/main" id="{6BDC2AB4-C531-77C8-A4CC-9AF19084893B}"/>
              </a:ext>
            </a:extLst>
          </p:cNvPr>
          <p:cNvCxnSpPr>
            <a:cxnSpLocks/>
            <a:stCxn id="103" idx="3"/>
            <a:endCxn id="97" idx="1"/>
          </p:cNvCxnSpPr>
          <p:nvPr/>
        </p:nvCxnSpPr>
        <p:spPr>
          <a:xfrm>
            <a:off x="6873429" y="12137851"/>
            <a:ext cx="1325729" cy="395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tângulo: Cantos Arredondados 105">
            <a:extLst>
              <a:ext uri="{FF2B5EF4-FFF2-40B4-BE49-F238E27FC236}">
                <a16:creationId xmlns:a16="http://schemas.microsoft.com/office/drawing/2014/main" id="{67DC0A66-4CD9-0A0F-F9F4-D88CFACA67D6}"/>
              </a:ext>
            </a:extLst>
          </p:cNvPr>
          <p:cNvSpPr/>
          <p:nvPr/>
        </p:nvSpPr>
        <p:spPr>
          <a:xfrm>
            <a:off x="1407461" y="11880305"/>
            <a:ext cx="1380227" cy="4917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CNAE</a:t>
            </a:r>
          </a:p>
        </p:txBody>
      </p:sp>
      <p:cxnSp>
        <p:nvCxnSpPr>
          <p:cNvPr id="107" name="Conector reto 106">
            <a:extLst>
              <a:ext uri="{FF2B5EF4-FFF2-40B4-BE49-F238E27FC236}">
                <a16:creationId xmlns:a16="http://schemas.microsoft.com/office/drawing/2014/main" id="{7A235E87-45F7-B0E0-DF53-1CFE9469E6AB}"/>
              </a:ext>
            </a:extLst>
          </p:cNvPr>
          <p:cNvCxnSpPr>
            <a:cxnSpLocks/>
            <a:stCxn id="111" idx="3"/>
            <a:endCxn id="103" idx="1"/>
          </p:cNvCxnSpPr>
          <p:nvPr/>
        </p:nvCxnSpPr>
        <p:spPr>
          <a:xfrm>
            <a:off x="4868748" y="12126158"/>
            <a:ext cx="624454" cy="11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DD221EA0-4B4B-C611-A115-B1ECEB907D48}"/>
              </a:ext>
            </a:extLst>
          </p:cNvPr>
          <p:cNvCxnSpPr>
            <a:cxnSpLocks/>
            <a:stCxn id="106" idx="3"/>
            <a:endCxn id="111" idx="1"/>
          </p:cNvCxnSpPr>
          <p:nvPr/>
        </p:nvCxnSpPr>
        <p:spPr>
          <a:xfrm>
            <a:off x="2787688" y="12126158"/>
            <a:ext cx="7008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0987725C-C350-7B9B-2B8F-D4A5525FED9B}"/>
              </a:ext>
            </a:extLst>
          </p:cNvPr>
          <p:cNvSpPr txBox="1"/>
          <p:nvPr/>
        </p:nvSpPr>
        <p:spPr>
          <a:xfrm>
            <a:off x="2900806" y="11676407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F73014F5-4287-4D82-0795-F29F28A12FA3}"/>
              </a:ext>
            </a:extLst>
          </p:cNvPr>
          <p:cNvSpPr txBox="1"/>
          <p:nvPr/>
        </p:nvSpPr>
        <p:spPr>
          <a:xfrm>
            <a:off x="5119429" y="11736956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111" name="Fluxograma: Decisão 110">
            <a:extLst>
              <a:ext uri="{FF2B5EF4-FFF2-40B4-BE49-F238E27FC236}">
                <a16:creationId xmlns:a16="http://schemas.microsoft.com/office/drawing/2014/main" id="{85C99842-0772-F639-2637-9E9E511D181E}"/>
              </a:ext>
            </a:extLst>
          </p:cNvPr>
          <p:cNvSpPr/>
          <p:nvPr/>
        </p:nvSpPr>
        <p:spPr>
          <a:xfrm>
            <a:off x="3488521" y="11458179"/>
            <a:ext cx="1380227" cy="1335958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</a:t>
            </a:r>
          </a:p>
        </p:txBody>
      </p:sp>
      <p:sp>
        <p:nvSpPr>
          <p:cNvPr id="113" name="Retângulo: Cantos Arredondados 112">
            <a:extLst>
              <a:ext uri="{FF2B5EF4-FFF2-40B4-BE49-F238E27FC236}">
                <a16:creationId xmlns:a16="http://schemas.microsoft.com/office/drawing/2014/main" id="{3A1B18CA-EA1E-9528-B1B1-8FF14549D92F}"/>
              </a:ext>
            </a:extLst>
          </p:cNvPr>
          <p:cNvSpPr/>
          <p:nvPr/>
        </p:nvSpPr>
        <p:spPr>
          <a:xfrm>
            <a:off x="11805021" y="11963376"/>
            <a:ext cx="1380227" cy="4917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Pessoa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61EB63FC-246A-D99D-868D-9A572DBCD151}"/>
              </a:ext>
            </a:extLst>
          </p:cNvPr>
          <p:cNvSpPr txBox="1"/>
          <p:nvPr/>
        </p:nvSpPr>
        <p:spPr>
          <a:xfrm>
            <a:off x="11494035" y="11803631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2339C17C-162F-8894-4E7B-851593522C7E}"/>
              </a:ext>
            </a:extLst>
          </p:cNvPr>
          <p:cNvSpPr txBox="1"/>
          <p:nvPr/>
        </p:nvSpPr>
        <p:spPr>
          <a:xfrm>
            <a:off x="12054733" y="12470095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899002E3-5EEC-C39C-B133-EBC31255BB02}"/>
              </a:ext>
            </a:extLst>
          </p:cNvPr>
          <p:cNvCxnSpPr>
            <a:cxnSpLocks/>
            <a:stCxn id="96" idx="3"/>
            <a:endCxn id="113" idx="1"/>
          </p:cNvCxnSpPr>
          <p:nvPr/>
        </p:nvCxnSpPr>
        <p:spPr>
          <a:xfrm>
            <a:off x="10578420" y="12179477"/>
            <a:ext cx="1226601" cy="297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tângulo: Cantos Arredondados 116">
            <a:extLst>
              <a:ext uri="{FF2B5EF4-FFF2-40B4-BE49-F238E27FC236}">
                <a16:creationId xmlns:a16="http://schemas.microsoft.com/office/drawing/2014/main" id="{D56D909E-3B57-C58B-BBC1-73281C85F175}"/>
              </a:ext>
            </a:extLst>
          </p:cNvPr>
          <p:cNvSpPr/>
          <p:nvPr/>
        </p:nvSpPr>
        <p:spPr>
          <a:xfrm>
            <a:off x="12854271" y="16513492"/>
            <a:ext cx="1793581" cy="4917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 de dados</a:t>
            </a:r>
          </a:p>
        </p:txBody>
      </p:sp>
      <p:sp>
        <p:nvSpPr>
          <p:cNvPr id="118" name="Retângulo: Cantos Arredondados 117">
            <a:extLst>
              <a:ext uri="{FF2B5EF4-FFF2-40B4-BE49-F238E27FC236}">
                <a16:creationId xmlns:a16="http://schemas.microsoft.com/office/drawing/2014/main" id="{578258BB-5E11-BBAB-0950-D46091DCD198}"/>
              </a:ext>
            </a:extLst>
          </p:cNvPr>
          <p:cNvSpPr/>
          <p:nvPr/>
        </p:nvSpPr>
        <p:spPr>
          <a:xfrm>
            <a:off x="8409252" y="16535526"/>
            <a:ext cx="1793581" cy="4917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 coletado</a:t>
            </a:r>
          </a:p>
        </p:txBody>
      </p:sp>
      <p:sp>
        <p:nvSpPr>
          <p:cNvPr id="119" name="Retângulo: Cantos Arredondados 118">
            <a:extLst>
              <a:ext uri="{FF2B5EF4-FFF2-40B4-BE49-F238E27FC236}">
                <a16:creationId xmlns:a16="http://schemas.microsoft.com/office/drawing/2014/main" id="{111E2E3C-6CA4-BDB8-27F6-98FBD1456FD2}"/>
              </a:ext>
            </a:extLst>
          </p:cNvPr>
          <p:cNvSpPr/>
          <p:nvPr/>
        </p:nvSpPr>
        <p:spPr>
          <a:xfrm>
            <a:off x="15493197" y="15298081"/>
            <a:ext cx="746186" cy="2764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endParaRPr lang="pt-BR" sz="3401" u="sng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Retângulo: Cantos Arredondados 119">
            <a:extLst>
              <a:ext uri="{FF2B5EF4-FFF2-40B4-BE49-F238E27FC236}">
                <a16:creationId xmlns:a16="http://schemas.microsoft.com/office/drawing/2014/main" id="{F8EA35E4-36F1-BDBE-A82C-27B6660222B7}"/>
              </a:ext>
            </a:extLst>
          </p:cNvPr>
          <p:cNvSpPr/>
          <p:nvPr/>
        </p:nvSpPr>
        <p:spPr>
          <a:xfrm>
            <a:off x="15464469" y="15721278"/>
            <a:ext cx="1474494" cy="2764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Nome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Retângulo: Cantos Arredondados 120">
            <a:extLst>
              <a:ext uri="{FF2B5EF4-FFF2-40B4-BE49-F238E27FC236}">
                <a16:creationId xmlns:a16="http://schemas.microsoft.com/office/drawing/2014/main" id="{3C7CAD62-7BF5-BB24-23E3-D684DFEF9B2C}"/>
              </a:ext>
            </a:extLst>
          </p:cNvPr>
          <p:cNvSpPr/>
          <p:nvPr/>
        </p:nvSpPr>
        <p:spPr>
          <a:xfrm>
            <a:off x="15564873" y="16179629"/>
            <a:ext cx="1536406" cy="2764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Retângulo: Cantos Arredondados 121">
            <a:extLst>
              <a:ext uri="{FF2B5EF4-FFF2-40B4-BE49-F238E27FC236}">
                <a16:creationId xmlns:a16="http://schemas.microsoft.com/office/drawing/2014/main" id="{1BA0CC4B-945C-7BFF-5401-CD3C86020C2F}"/>
              </a:ext>
            </a:extLst>
          </p:cNvPr>
          <p:cNvSpPr/>
          <p:nvPr/>
        </p:nvSpPr>
        <p:spPr>
          <a:xfrm>
            <a:off x="15564873" y="16611759"/>
            <a:ext cx="1536406" cy="2764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URL de referência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Retângulo: Cantos Arredondados 122">
            <a:extLst>
              <a:ext uri="{FF2B5EF4-FFF2-40B4-BE49-F238E27FC236}">
                <a16:creationId xmlns:a16="http://schemas.microsoft.com/office/drawing/2014/main" id="{EB139509-783C-4D3E-7F96-4EC954A2FB98}"/>
              </a:ext>
            </a:extLst>
          </p:cNvPr>
          <p:cNvSpPr/>
          <p:nvPr/>
        </p:nvSpPr>
        <p:spPr>
          <a:xfrm>
            <a:off x="15425365" y="17003283"/>
            <a:ext cx="1772328" cy="2764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Confiabilidade padrão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E3187A92-14BE-D746-0A71-19BB68EAD43D}"/>
              </a:ext>
            </a:extLst>
          </p:cNvPr>
          <p:cNvCxnSpPr>
            <a:cxnSpLocks/>
            <a:stCxn id="117" idx="3"/>
            <a:endCxn id="119" idx="1"/>
          </p:cNvCxnSpPr>
          <p:nvPr/>
        </p:nvCxnSpPr>
        <p:spPr>
          <a:xfrm flipV="1">
            <a:off x="14647852" y="15436309"/>
            <a:ext cx="845345" cy="1323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to 124">
            <a:extLst>
              <a:ext uri="{FF2B5EF4-FFF2-40B4-BE49-F238E27FC236}">
                <a16:creationId xmlns:a16="http://schemas.microsoft.com/office/drawing/2014/main" id="{4FD6A3B5-11FE-5311-61CD-C609C5F1A73F}"/>
              </a:ext>
            </a:extLst>
          </p:cNvPr>
          <p:cNvCxnSpPr>
            <a:cxnSpLocks/>
            <a:stCxn id="117" idx="3"/>
            <a:endCxn id="120" idx="1"/>
          </p:cNvCxnSpPr>
          <p:nvPr/>
        </p:nvCxnSpPr>
        <p:spPr>
          <a:xfrm flipV="1">
            <a:off x="14647852" y="15859506"/>
            <a:ext cx="816617" cy="8998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BBC87E65-510E-C955-7DF8-6DFE3302F668}"/>
              </a:ext>
            </a:extLst>
          </p:cNvPr>
          <p:cNvCxnSpPr>
            <a:cxnSpLocks/>
            <a:stCxn id="117" idx="3"/>
            <a:endCxn id="121" idx="1"/>
          </p:cNvCxnSpPr>
          <p:nvPr/>
        </p:nvCxnSpPr>
        <p:spPr>
          <a:xfrm flipV="1">
            <a:off x="14647852" y="16317857"/>
            <a:ext cx="917021" cy="4414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reto 126">
            <a:extLst>
              <a:ext uri="{FF2B5EF4-FFF2-40B4-BE49-F238E27FC236}">
                <a16:creationId xmlns:a16="http://schemas.microsoft.com/office/drawing/2014/main" id="{F2639076-8E0A-04D9-B0C5-16DBCA098152}"/>
              </a:ext>
            </a:extLst>
          </p:cNvPr>
          <p:cNvCxnSpPr>
            <a:cxnSpLocks/>
            <a:stCxn id="117" idx="3"/>
            <a:endCxn id="122" idx="1"/>
          </p:cNvCxnSpPr>
          <p:nvPr/>
        </p:nvCxnSpPr>
        <p:spPr>
          <a:xfrm flipV="1">
            <a:off x="14647852" y="16749987"/>
            <a:ext cx="917021" cy="93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8723B517-3187-6CD0-D4E9-D45B792EDCE1}"/>
              </a:ext>
            </a:extLst>
          </p:cNvPr>
          <p:cNvCxnSpPr>
            <a:cxnSpLocks/>
            <a:stCxn id="117" idx="3"/>
            <a:endCxn id="123" idx="1"/>
          </p:cNvCxnSpPr>
          <p:nvPr/>
        </p:nvCxnSpPr>
        <p:spPr>
          <a:xfrm>
            <a:off x="14647852" y="16759345"/>
            <a:ext cx="777513" cy="3821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tângulo: Cantos Arredondados 128">
            <a:extLst>
              <a:ext uri="{FF2B5EF4-FFF2-40B4-BE49-F238E27FC236}">
                <a16:creationId xmlns:a16="http://schemas.microsoft.com/office/drawing/2014/main" id="{A7FF4BD9-82BC-8D7F-0175-61225DA5739A}"/>
              </a:ext>
            </a:extLst>
          </p:cNvPr>
          <p:cNvSpPr/>
          <p:nvPr/>
        </p:nvSpPr>
        <p:spPr>
          <a:xfrm>
            <a:off x="6849094" y="16133418"/>
            <a:ext cx="746186" cy="2458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endParaRPr lang="pt-BR" sz="3401" u="sng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Retângulo: Cantos Arredondados 129">
            <a:extLst>
              <a:ext uri="{FF2B5EF4-FFF2-40B4-BE49-F238E27FC236}">
                <a16:creationId xmlns:a16="http://schemas.microsoft.com/office/drawing/2014/main" id="{EAC4E4F1-41F1-6AE7-DBE4-5ADF1F7301D5}"/>
              </a:ext>
            </a:extLst>
          </p:cNvPr>
          <p:cNvSpPr/>
          <p:nvPr/>
        </p:nvSpPr>
        <p:spPr>
          <a:xfrm>
            <a:off x="6181071" y="16923047"/>
            <a:ext cx="1474494" cy="2458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registrado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Retângulo: Cantos Arredondados 130">
            <a:extLst>
              <a:ext uri="{FF2B5EF4-FFF2-40B4-BE49-F238E27FC236}">
                <a16:creationId xmlns:a16="http://schemas.microsoft.com/office/drawing/2014/main" id="{7B045E29-7171-A2E0-4F0E-5D5C5D2C9C1B}"/>
              </a:ext>
            </a:extLst>
          </p:cNvPr>
          <p:cNvSpPr/>
          <p:nvPr/>
        </p:nvSpPr>
        <p:spPr>
          <a:xfrm>
            <a:off x="6223458" y="17295064"/>
            <a:ext cx="1536406" cy="2458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Nível de confiança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2" name="Conector reto 131">
            <a:extLst>
              <a:ext uri="{FF2B5EF4-FFF2-40B4-BE49-F238E27FC236}">
                <a16:creationId xmlns:a16="http://schemas.microsoft.com/office/drawing/2014/main" id="{1B84BBA9-7943-7245-B8D9-68D807F57E96}"/>
              </a:ext>
            </a:extLst>
          </p:cNvPr>
          <p:cNvCxnSpPr>
            <a:cxnSpLocks/>
            <a:stCxn id="118" idx="1"/>
            <a:endCxn id="129" idx="3"/>
          </p:cNvCxnSpPr>
          <p:nvPr/>
        </p:nvCxnSpPr>
        <p:spPr>
          <a:xfrm flipH="1" flipV="1">
            <a:off x="7595280" y="16256326"/>
            <a:ext cx="813972" cy="525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to 132">
            <a:extLst>
              <a:ext uri="{FF2B5EF4-FFF2-40B4-BE49-F238E27FC236}">
                <a16:creationId xmlns:a16="http://schemas.microsoft.com/office/drawing/2014/main" id="{156A5FF1-EFBE-F6E3-72A6-9AF62D7846D5}"/>
              </a:ext>
            </a:extLst>
          </p:cNvPr>
          <p:cNvCxnSpPr>
            <a:cxnSpLocks/>
            <a:stCxn id="118" idx="1"/>
            <a:endCxn id="130" idx="3"/>
          </p:cNvCxnSpPr>
          <p:nvPr/>
        </p:nvCxnSpPr>
        <p:spPr>
          <a:xfrm flipH="1">
            <a:off x="7655565" y="16781379"/>
            <a:ext cx="753687" cy="2645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30919659-05FA-05C6-9860-ED2F7576C315}"/>
              </a:ext>
            </a:extLst>
          </p:cNvPr>
          <p:cNvCxnSpPr>
            <a:cxnSpLocks/>
            <a:stCxn id="118" idx="1"/>
            <a:endCxn id="131" idx="3"/>
          </p:cNvCxnSpPr>
          <p:nvPr/>
        </p:nvCxnSpPr>
        <p:spPr>
          <a:xfrm flipH="1">
            <a:off x="7759864" y="16781379"/>
            <a:ext cx="649388" cy="636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to 134">
            <a:extLst>
              <a:ext uri="{FF2B5EF4-FFF2-40B4-BE49-F238E27FC236}">
                <a16:creationId xmlns:a16="http://schemas.microsoft.com/office/drawing/2014/main" id="{63973B38-D2E7-5D2B-81B8-DF7AB688BDA4}"/>
              </a:ext>
            </a:extLst>
          </p:cNvPr>
          <p:cNvCxnSpPr>
            <a:cxnSpLocks/>
            <a:stCxn id="118" idx="3"/>
            <a:endCxn id="144" idx="1"/>
          </p:cNvCxnSpPr>
          <p:nvPr/>
        </p:nvCxnSpPr>
        <p:spPr>
          <a:xfrm flipV="1">
            <a:off x="10202833" y="16765282"/>
            <a:ext cx="709388" cy="160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tângulo: Cantos Arredondados 135">
            <a:extLst>
              <a:ext uri="{FF2B5EF4-FFF2-40B4-BE49-F238E27FC236}">
                <a16:creationId xmlns:a16="http://schemas.microsoft.com/office/drawing/2014/main" id="{330AE708-2AF0-212C-654C-3323BFCEACB2}"/>
              </a:ext>
            </a:extLst>
          </p:cNvPr>
          <p:cNvSpPr/>
          <p:nvPr/>
        </p:nvSpPr>
        <p:spPr>
          <a:xfrm>
            <a:off x="6186652" y="16523383"/>
            <a:ext cx="1474494" cy="2458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Campo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7" name="Conector reto 136">
            <a:extLst>
              <a:ext uri="{FF2B5EF4-FFF2-40B4-BE49-F238E27FC236}">
                <a16:creationId xmlns:a16="http://schemas.microsoft.com/office/drawing/2014/main" id="{33B45438-60F8-B4A1-6EED-357226C43AE3}"/>
              </a:ext>
            </a:extLst>
          </p:cNvPr>
          <p:cNvCxnSpPr>
            <a:cxnSpLocks/>
            <a:stCxn id="118" idx="1"/>
            <a:endCxn id="136" idx="3"/>
          </p:cNvCxnSpPr>
          <p:nvPr/>
        </p:nvCxnSpPr>
        <p:spPr>
          <a:xfrm flipH="1" flipV="1">
            <a:off x="7661146" y="16646291"/>
            <a:ext cx="748106" cy="135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CaixaDeTexto 137">
            <a:extLst>
              <a:ext uri="{FF2B5EF4-FFF2-40B4-BE49-F238E27FC236}">
                <a16:creationId xmlns:a16="http://schemas.microsoft.com/office/drawing/2014/main" id="{C6DEA25F-1E94-0D91-4C41-2183A5F1F0A1}"/>
              </a:ext>
            </a:extLst>
          </p:cNvPr>
          <p:cNvSpPr txBox="1"/>
          <p:nvPr/>
        </p:nvSpPr>
        <p:spPr>
          <a:xfrm>
            <a:off x="12521656" y="16345465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39" name="CaixaDeTexto 138">
            <a:extLst>
              <a:ext uri="{FF2B5EF4-FFF2-40B4-BE49-F238E27FC236}">
                <a16:creationId xmlns:a16="http://schemas.microsoft.com/office/drawing/2014/main" id="{07869DC4-4F1F-CF20-80B5-204BBEB3E3DB}"/>
              </a:ext>
            </a:extLst>
          </p:cNvPr>
          <p:cNvSpPr txBox="1"/>
          <p:nvPr/>
        </p:nvSpPr>
        <p:spPr>
          <a:xfrm>
            <a:off x="10280582" y="16360522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140" name="Retângulo: Cantos Arredondados 139">
            <a:extLst>
              <a:ext uri="{FF2B5EF4-FFF2-40B4-BE49-F238E27FC236}">
                <a16:creationId xmlns:a16="http://schemas.microsoft.com/office/drawing/2014/main" id="{81ADB393-A5F3-9719-4D9E-C4A987F7A92C}"/>
              </a:ext>
            </a:extLst>
          </p:cNvPr>
          <p:cNvSpPr/>
          <p:nvPr/>
        </p:nvSpPr>
        <p:spPr>
          <a:xfrm>
            <a:off x="15271518" y="17392254"/>
            <a:ext cx="2168568" cy="2764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 hora de modificação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" name="Conector reto 140">
            <a:extLst>
              <a:ext uri="{FF2B5EF4-FFF2-40B4-BE49-F238E27FC236}">
                <a16:creationId xmlns:a16="http://schemas.microsoft.com/office/drawing/2014/main" id="{EA059806-5DFD-55D7-0E0C-474483A8DA27}"/>
              </a:ext>
            </a:extLst>
          </p:cNvPr>
          <p:cNvCxnSpPr>
            <a:cxnSpLocks/>
            <a:stCxn id="117" idx="3"/>
            <a:endCxn id="140" idx="1"/>
          </p:cNvCxnSpPr>
          <p:nvPr/>
        </p:nvCxnSpPr>
        <p:spPr>
          <a:xfrm>
            <a:off x="14647852" y="16759345"/>
            <a:ext cx="623666" cy="7711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tângulo: Cantos Arredondados 141">
            <a:extLst>
              <a:ext uri="{FF2B5EF4-FFF2-40B4-BE49-F238E27FC236}">
                <a16:creationId xmlns:a16="http://schemas.microsoft.com/office/drawing/2014/main" id="{E7316223-9378-33A6-1B5C-4E15313E469B}"/>
              </a:ext>
            </a:extLst>
          </p:cNvPr>
          <p:cNvSpPr/>
          <p:nvPr/>
        </p:nvSpPr>
        <p:spPr>
          <a:xfrm>
            <a:off x="15202409" y="17859614"/>
            <a:ext cx="2168568" cy="2764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 hora de remoção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3" name="Conector reto 142">
            <a:extLst>
              <a:ext uri="{FF2B5EF4-FFF2-40B4-BE49-F238E27FC236}">
                <a16:creationId xmlns:a16="http://schemas.microsoft.com/office/drawing/2014/main" id="{97BCA2D2-EFFC-DA4E-CF03-FE80EC45FE8A}"/>
              </a:ext>
            </a:extLst>
          </p:cNvPr>
          <p:cNvCxnSpPr>
            <a:cxnSpLocks/>
            <a:stCxn id="117" idx="3"/>
            <a:endCxn id="142" idx="1"/>
          </p:cNvCxnSpPr>
          <p:nvPr/>
        </p:nvCxnSpPr>
        <p:spPr>
          <a:xfrm>
            <a:off x="14647852" y="16759345"/>
            <a:ext cx="554557" cy="12384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Fluxograma: Decisão 143">
            <a:extLst>
              <a:ext uri="{FF2B5EF4-FFF2-40B4-BE49-F238E27FC236}">
                <a16:creationId xmlns:a16="http://schemas.microsoft.com/office/drawing/2014/main" id="{4558C666-858B-3D53-A85A-D55B8A666C64}"/>
              </a:ext>
            </a:extLst>
          </p:cNvPr>
          <p:cNvSpPr/>
          <p:nvPr/>
        </p:nvSpPr>
        <p:spPr>
          <a:xfrm>
            <a:off x="10912221" y="16165853"/>
            <a:ext cx="1355455" cy="1198857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</a:t>
            </a:r>
          </a:p>
        </p:txBody>
      </p:sp>
      <p:cxnSp>
        <p:nvCxnSpPr>
          <p:cNvPr id="145" name="Conector reto 144">
            <a:extLst>
              <a:ext uri="{FF2B5EF4-FFF2-40B4-BE49-F238E27FC236}">
                <a16:creationId xmlns:a16="http://schemas.microsoft.com/office/drawing/2014/main" id="{4EDD2873-06F6-CB34-C934-568A5ED8F3DC}"/>
              </a:ext>
            </a:extLst>
          </p:cNvPr>
          <p:cNvCxnSpPr>
            <a:cxnSpLocks/>
            <a:stCxn id="144" idx="3"/>
            <a:endCxn id="117" idx="1"/>
          </p:cNvCxnSpPr>
          <p:nvPr/>
        </p:nvCxnSpPr>
        <p:spPr>
          <a:xfrm flipV="1">
            <a:off x="12267676" y="16759345"/>
            <a:ext cx="586595" cy="5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Fluxograma: Decisão 145">
            <a:extLst>
              <a:ext uri="{FF2B5EF4-FFF2-40B4-BE49-F238E27FC236}">
                <a16:creationId xmlns:a16="http://schemas.microsoft.com/office/drawing/2014/main" id="{C92B3874-CAF5-61BA-9149-98F4C67B70FD}"/>
              </a:ext>
            </a:extLst>
          </p:cNvPr>
          <p:cNvSpPr/>
          <p:nvPr/>
        </p:nvSpPr>
        <p:spPr>
          <a:xfrm>
            <a:off x="5494263" y="13315733"/>
            <a:ext cx="1355455" cy="1198857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</a:t>
            </a:r>
          </a:p>
        </p:txBody>
      </p:sp>
      <p:sp>
        <p:nvSpPr>
          <p:cNvPr id="147" name="Fluxograma: Decisão 146">
            <a:extLst>
              <a:ext uri="{FF2B5EF4-FFF2-40B4-BE49-F238E27FC236}">
                <a16:creationId xmlns:a16="http://schemas.microsoft.com/office/drawing/2014/main" id="{3C013259-2FAA-A12E-4B4A-14846651F261}"/>
              </a:ext>
            </a:extLst>
          </p:cNvPr>
          <p:cNvSpPr/>
          <p:nvPr/>
        </p:nvSpPr>
        <p:spPr>
          <a:xfrm>
            <a:off x="11829793" y="13200812"/>
            <a:ext cx="1355455" cy="1198857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</a:t>
            </a:r>
          </a:p>
        </p:txBody>
      </p:sp>
      <p:cxnSp>
        <p:nvCxnSpPr>
          <p:cNvPr id="148" name="Conector reto 147">
            <a:extLst>
              <a:ext uri="{FF2B5EF4-FFF2-40B4-BE49-F238E27FC236}">
                <a16:creationId xmlns:a16="http://schemas.microsoft.com/office/drawing/2014/main" id="{12F34629-08E1-B1CA-EC6F-2CCFB86A4F63}"/>
              </a:ext>
            </a:extLst>
          </p:cNvPr>
          <p:cNvCxnSpPr>
            <a:cxnSpLocks/>
            <a:stCxn id="146" idx="2"/>
            <a:endCxn id="118" idx="0"/>
          </p:cNvCxnSpPr>
          <p:nvPr/>
        </p:nvCxnSpPr>
        <p:spPr>
          <a:xfrm>
            <a:off x="6171991" y="14514590"/>
            <a:ext cx="3134052" cy="20209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5BC82DFE-1133-4384-C243-3366A0E580EC}"/>
              </a:ext>
            </a:extLst>
          </p:cNvPr>
          <p:cNvCxnSpPr>
            <a:cxnSpLocks/>
            <a:stCxn id="147" idx="2"/>
            <a:endCxn id="118" idx="0"/>
          </p:cNvCxnSpPr>
          <p:nvPr/>
        </p:nvCxnSpPr>
        <p:spPr>
          <a:xfrm flipH="1">
            <a:off x="9306043" y="14399669"/>
            <a:ext cx="3201478" cy="21358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to 149">
            <a:extLst>
              <a:ext uri="{FF2B5EF4-FFF2-40B4-BE49-F238E27FC236}">
                <a16:creationId xmlns:a16="http://schemas.microsoft.com/office/drawing/2014/main" id="{58ABFB45-1CD7-BCF8-C1B0-E02D40423928}"/>
              </a:ext>
            </a:extLst>
          </p:cNvPr>
          <p:cNvCxnSpPr>
            <a:cxnSpLocks/>
            <a:stCxn id="147" idx="0"/>
            <a:endCxn id="113" idx="2"/>
          </p:cNvCxnSpPr>
          <p:nvPr/>
        </p:nvCxnSpPr>
        <p:spPr>
          <a:xfrm flipH="1" flipV="1">
            <a:off x="12495135" y="12455082"/>
            <a:ext cx="12386" cy="7457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to 150">
            <a:extLst>
              <a:ext uri="{FF2B5EF4-FFF2-40B4-BE49-F238E27FC236}">
                <a16:creationId xmlns:a16="http://schemas.microsoft.com/office/drawing/2014/main" id="{B94A6033-7A6D-55C5-C5C5-0758EDA2BB7C}"/>
              </a:ext>
            </a:extLst>
          </p:cNvPr>
          <p:cNvCxnSpPr>
            <a:cxnSpLocks/>
            <a:stCxn id="103" idx="2"/>
            <a:endCxn id="146" idx="0"/>
          </p:cNvCxnSpPr>
          <p:nvPr/>
        </p:nvCxnSpPr>
        <p:spPr>
          <a:xfrm flipH="1">
            <a:off x="6171991" y="12383704"/>
            <a:ext cx="11325" cy="9320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tângulo: Cantos Arredondados 151">
            <a:extLst>
              <a:ext uri="{FF2B5EF4-FFF2-40B4-BE49-F238E27FC236}">
                <a16:creationId xmlns:a16="http://schemas.microsoft.com/office/drawing/2014/main" id="{3743F5DC-003C-5B47-618D-9472D376D54E}"/>
              </a:ext>
            </a:extLst>
          </p:cNvPr>
          <p:cNvSpPr/>
          <p:nvPr/>
        </p:nvSpPr>
        <p:spPr>
          <a:xfrm>
            <a:off x="14136817" y="10310282"/>
            <a:ext cx="746186" cy="258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endParaRPr lang="pt-BR" sz="3401" u="sng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" name="Retângulo: Cantos Arredondados 152">
            <a:extLst>
              <a:ext uri="{FF2B5EF4-FFF2-40B4-BE49-F238E27FC236}">
                <a16:creationId xmlns:a16="http://schemas.microsoft.com/office/drawing/2014/main" id="{AA4C92A9-B48F-7DD3-37D4-CE041155B100}"/>
              </a:ext>
            </a:extLst>
          </p:cNvPr>
          <p:cNvSpPr/>
          <p:nvPr/>
        </p:nvSpPr>
        <p:spPr>
          <a:xfrm>
            <a:off x="14277545" y="10700256"/>
            <a:ext cx="1474494" cy="258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Nome completo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4" name="Retângulo: Cantos Arredondados 153">
            <a:extLst>
              <a:ext uri="{FF2B5EF4-FFF2-40B4-BE49-F238E27FC236}">
                <a16:creationId xmlns:a16="http://schemas.microsoft.com/office/drawing/2014/main" id="{65F5E3BC-407E-B8E8-D30B-E4D672E90703}"/>
              </a:ext>
            </a:extLst>
          </p:cNvPr>
          <p:cNvSpPr/>
          <p:nvPr/>
        </p:nvSpPr>
        <p:spPr>
          <a:xfrm>
            <a:off x="14396321" y="11048468"/>
            <a:ext cx="1536406" cy="258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E-mail pessoal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" name="Retângulo: Cantos Arredondados 154">
            <a:extLst>
              <a:ext uri="{FF2B5EF4-FFF2-40B4-BE49-F238E27FC236}">
                <a16:creationId xmlns:a16="http://schemas.microsoft.com/office/drawing/2014/main" id="{14F86AF4-5E8F-2F4C-AD35-96E7ACE531CE}"/>
              </a:ext>
            </a:extLst>
          </p:cNvPr>
          <p:cNvSpPr/>
          <p:nvPr/>
        </p:nvSpPr>
        <p:spPr>
          <a:xfrm>
            <a:off x="14491245" y="11389181"/>
            <a:ext cx="1536406" cy="258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Telefone comercial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Retângulo: Cantos Arredondados 155">
            <a:extLst>
              <a:ext uri="{FF2B5EF4-FFF2-40B4-BE49-F238E27FC236}">
                <a16:creationId xmlns:a16="http://schemas.microsoft.com/office/drawing/2014/main" id="{065A263D-BBDD-7552-1CCA-14922200A11B}"/>
              </a:ext>
            </a:extLst>
          </p:cNvPr>
          <p:cNvSpPr/>
          <p:nvPr/>
        </p:nvSpPr>
        <p:spPr>
          <a:xfrm>
            <a:off x="14610734" y="12138137"/>
            <a:ext cx="1793581" cy="258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de validação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Retângulo: Cantos Arredondados 156">
            <a:extLst>
              <a:ext uri="{FF2B5EF4-FFF2-40B4-BE49-F238E27FC236}">
                <a16:creationId xmlns:a16="http://schemas.microsoft.com/office/drawing/2014/main" id="{152C1FAC-31A7-0337-9E20-A5A11F947988}"/>
              </a:ext>
            </a:extLst>
          </p:cNvPr>
          <p:cNvSpPr/>
          <p:nvPr/>
        </p:nvSpPr>
        <p:spPr>
          <a:xfrm>
            <a:off x="14329072" y="12916461"/>
            <a:ext cx="1793581" cy="258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de coleta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0" name="Retângulo: Cantos Arredondados 159">
            <a:extLst>
              <a:ext uri="{FF2B5EF4-FFF2-40B4-BE49-F238E27FC236}">
                <a16:creationId xmlns:a16="http://schemas.microsoft.com/office/drawing/2014/main" id="{E37A61F1-18CB-1F95-2EF0-3D559E814C0B}"/>
              </a:ext>
            </a:extLst>
          </p:cNvPr>
          <p:cNvSpPr/>
          <p:nvPr/>
        </p:nvSpPr>
        <p:spPr>
          <a:xfrm>
            <a:off x="14154109" y="13338936"/>
            <a:ext cx="1793581" cy="258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de bloqueio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2" name="Retângulo: Cantos Arredondados 161">
            <a:extLst>
              <a:ext uri="{FF2B5EF4-FFF2-40B4-BE49-F238E27FC236}">
                <a16:creationId xmlns:a16="http://schemas.microsoft.com/office/drawing/2014/main" id="{3AEAF4AF-2FF9-14F4-AC27-288B10C0E668}"/>
              </a:ext>
            </a:extLst>
          </p:cNvPr>
          <p:cNvSpPr/>
          <p:nvPr/>
        </p:nvSpPr>
        <p:spPr>
          <a:xfrm>
            <a:off x="13956026" y="13721102"/>
            <a:ext cx="1793581" cy="258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de remoção</a:t>
            </a:r>
          </a:p>
        </p:txBody>
      </p:sp>
      <p:sp>
        <p:nvSpPr>
          <p:cNvPr id="164" name="Retângulo: Cantos Arredondados 163">
            <a:extLst>
              <a:ext uri="{FF2B5EF4-FFF2-40B4-BE49-F238E27FC236}">
                <a16:creationId xmlns:a16="http://schemas.microsoft.com/office/drawing/2014/main" id="{C45D61F9-AE09-418D-3351-60BB018524F2}"/>
              </a:ext>
            </a:extLst>
          </p:cNvPr>
          <p:cNvSpPr/>
          <p:nvPr/>
        </p:nvSpPr>
        <p:spPr>
          <a:xfrm>
            <a:off x="14617264" y="11773964"/>
            <a:ext cx="2465173" cy="258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URL de perfil Linkedin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Retângulo: Cantos Arredondados 166">
            <a:extLst>
              <a:ext uri="{FF2B5EF4-FFF2-40B4-BE49-F238E27FC236}">
                <a16:creationId xmlns:a16="http://schemas.microsoft.com/office/drawing/2014/main" id="{E92107E8-22C7-FA0A-5130-D97BE928055F}"/>
              </a:ext>
            </a:extLst>
          </p:cNvPr>
          <p:cNvSpPr/>
          <p:nvPr/>
        </p:nvSpPr>
        <p:spPr>
          <a:xfrm>
            <a:off x="14470185" y="12545606"/>
            <a:ext cx="2083096" cy="258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 de origem de dados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8" name="Conector reto 167">
            <a:extLst>
              <a:ext uri="{FF2B5EF4-FFF2-40B4-BE49-F238E27FC236}">
                <a16:creationId xmlns:a16="http://schemas.microsoft.com/office/drawing/2014/main" id="{4EA73D77-15D9-2D27-67FC-82892D89D4A7}"/>
              </a:ext>
            </a:extLst>
          </p:cNvPr>
          <p:cNvCxnSpPr>
            <a:cxnSpLocks/>
            <a:stCxn id="113" idx="3"/>
            <a:endCxn id="162" idx="1"/>
          </p:cNvCxnSpPr>
          <p:nvPr/>
        </p:nvCxnSpPr>
        <p:spPr>
          <a:xfrm>
            <a:off x="13185248" y="12209229"/>
            <a:ext cx="770778" cy="1640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ector reto 168">
            <a:extLst>
              <a:ext uri="{FF2B5EF4-FFF2-40B4-BE49-F238E27FC236}">
                <a16:creationId xmlns:a16="http://schemas.microsoft.com/office/drawing/2014/main" id="{01351B1B-BD34-5E58-471C-D425F297822F}"/>
              </a:ext>
            </a:extLst>
          </p:cNvPr>
          <p:cNvCxnSpPr>
            <a:cxnSpLocks/>
            <a:stCxn id="113" idx="3"/>
            <a:endCxn id="160" idx="1"/>
          </p:cNvCxnSpPr>
          <p:nvPr/>
        </p:nvCxnSpPr>
        <p:spPr>
          <a:xfrm>
            <a:off x="13185248" y="12209229"/>
            <a:ext cx="968861" cy="1258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reto 169">
            <a:extLst>
              <a:ext uri="{FF2B5EF4-FFF2-40B4-BE49-F238E27FC236}">
                <a16:creationId xmlns:a16="http://schemas.microsoft.com/office/drawing/2014/main" id="{816F56E6-07AF-81C1-7D82-DCE219B40142}"/>
              </a:ext>
            </a:extLst>
          </p:cNvPr>
          <p:cNvCxnSpPr>
            <a:cxnSpLocks/>
            <a:stCxn id="113" idx="3"/>
            <a:endCxn id="157" idx="1"/>
          </p:cNvCxnSpPr>
          <p:nvPr/>
        </p:nvCxnSpPr>
        <p:spPr>
          <a:xfrm>
            <a:off x="13185248" y="12209229"/>
            <a:ext cx="1143824" cy="8362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reto 170">
            <a:extLst>
              <a:ext uri="{FF2B5EF4-FFF2-40B4-BE49-F238E27FC236}">
                <a16:creationId xmlns:a16="http://schemas.microsoft.com/office/drawing/2014/main" id="{D473A221-BBCE-5E21-16FA-50D98E404EA7}"/>
              </a:ext>
            </a:extLst>
          </p:cNvPr>
          <p:cNvCxnSpPr>
            <a:cxnSpLocks/>
            <a:stCxn id="113" idx="3"/>
            <a:endCxn id="167" idx="1"/>
          </p:cNvCxnSpPr>
          <p:nvPr/>
        </p:nvCxnSpPr>
        <p:spPr>
          <a:xfrm>
            <a:off x="13185248" y="12209229"/>
            <a:ext cx="1284937" cy="465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reto 171">
            <a:extLst>
              <a:ext uri="{FF2B5EF4-FFF2-40B4-BE49-F238E27FC236}">
                <a16:creationId xmlns:a16="http://schemas.microsoft.com/office/drawing/2014/main" id="{2939086A-0142-D435-A715-BD863ED8D593}"/>
              </a:ext>
            </a:extLst>
          </p:cNvPr>
          <p:cNvCxnSpPr>
            <a:cxnSpLocks/>
            <a:stCxn id="113" idx="3"/>
            <a:endCxn id="156" idx="1"/>
          </p:cNvCxnSpPr>
          <p:nvPr/>
        </p:nvCxnSpPr>
        <p:spPr>
          <a:xfrm>
            <a:off x="13185248" y="12209229"/>
            <a:ext cx="1425486" cy="57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to 172">
            <a:extLst>
              <a:ext uri="{FF2B5EF4-FFF2-40B4-BE49-F238E27FC236}">
                <a16:creationId xmlns:a16="http://schemas.microsoft.com/office/drawing/2014/main" id="{A9ABEBB6-9F7A-1B00-F1E2-69FAB5BC84C2}"/>
              </a:ext>
            </a:extLst>
          </p:cNvPr>
          <p:cNvCxnSpPr>
            <a:cxnSpLocks/>
            <a:stCxn id="113" idx="3"/>
            <a:endCxn id="164" idx="1"/>
          </p:cNvCxnSpPr>
          <p:nvPr/>
        </p:nvCxnSpPr>
        <p:spPr>
          <a:xfrm flipV="1">
            <a:off x="13185248" y="11903005"/>
            <a:ext cx="1432016" cy="3062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ector reto 173">
            <a:extLst>
              <a:ext uri="{FF2B5EF4-FFF2-40B4-BE49-F238E27FC236}">
                <a16:creationId xmlns:a16="http://schemas.microsoft.com/office/drawing/2014/main" id="{F46C89B4-872A-75F5-FF66-3A1918C7B526}"/>
              </a:ext>
            </a:extLst>
          </p:cNvPr>
          <p:cNvCxnSpPr>
            <a:cxnSpLocks/>
            <a:stCxn id="113" idx="3"/>
            <a:endCxn id="155" idx="1"/>
          </p:cNvCxnSpPr>
          <p:nvPr/>
        </p:nvCxnSpPr>
        <p:spPr>
          <a:xfrm flipV="1">
            <a:off x="13185248" y="11518222"/>
            <a:ext cx="1305997" cy="691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ector reto 174">
            <a:extLst>
              <a:ext uri="{FF2B5EF4-FFF2-40B4-BE49-F238E27FC236}">
                <a16:creationId xmlns:a16="http://schemas.microsoft.com/office/drawing/2014/main" id="{62D7E769-129B-002A-7C1B-0E79950BFA2A}"/>
              </a:ext>
            </a:extLst>
          </p:cNvPr>
          <p:cNvCxnSpPr>
            <a:cxnSpLocks/>
            <a:stCxn id="113" idx="3"/>
            <a:endCxn id="154" idx="1"/>
          </p:cNvCxnSpPr>
          <p:nvPr/>
        </p:nvCxnSpPr>
        <p:spPr>
          <a:xfrm flipV="1">
            <a:off x="13185248" y="11177509"/>
            <a:ext cx="1211073" cy="1031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ector reto 175">
            <a:extLst>
              <a:ext uri="{FF2B5EF4-FFF2-40B4-BE49-F238E27FC236}">
                <a16:creationId xmlns:a16="http://schemas.microsoft.com/office/drawing/2014/main" id="{2F0DD0FA-B0CF-F132-83F9-7ED1FC0C65D4}"/>
              </a:ext>
            </a:extLst>
          </p:cNvPr>
          <p:cNvCxnSpPr>
            <a:cxnSpLocks/>
            <a:stCxn id="113" idx="3"/>
            <a:endCxn id="153" idx="1"/>
          </p:cNvCxnSpPr>
          <p:nvPr/>
        </p:nvCxnSpPr>
        <p:spPr>
          <a:xfrm flipV="1">
            <a:off x="13185248" y="10829297"/>
            <a:ext cx="1092297" cy="13799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reto 176">
            <a:extLst>
              <a:ext uri="{FF2B5EF4-FFF2-40B4-BE49-F238E27FC236}">
                <a16:creationId xmlns:a16="http://schemas.microsoft.com/office/drawing/2014/main" id="{1638F86F-DEF2-BC65-717C-278D47E65D50}"/>
              </a:ext>
            </a:extLst>
          </p:cNvPr>
          <p:cNvCxnSpPr>
            <a:cxnSpLocks/>
            <a:stCxn id="113" idx="3"/>
            <a:endCxn id="152" idx="1"/>
          </p:cNvCxnSpPr>
          <p:nvPr/>
        </p:nvCxnSpPr>
        <p:spPr>
          <a:xfrm flipV="1">
            <a:off x="13185248" y="10439323"/>
            <a:ext cx="951569" cy="1769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B88B0DFE-9E7D-8FA9-0684-7E510304EC84}"/>
              </a:ext>
            </a:extLst>
          </p:cNvPr>
          <p:cNvSpPr txBox="1"/>
          <p:nvPr/>
        </p:nvSpPr>
        <p:spPr>
          <a:xfrm>
            <a:off x="9861111" y="16099612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C72BC2D2-41C4-51F0-1206-ED87CD177D77}"/>
              </a:ext>
            </a:extLst>
          </p:cNvPr>
          <p:cNvSpPr txBox="1"/>
          <p:nvPr/>
        </p:nvSpPr>
        <p:spPr>
          <a:xfrm>
            <a:off x="8467335" y="16123218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180" name="CaixaDeTexto 179">
            <a:extLst>
              <a:ext uri="{FF2B5EF4-FFF2-40B4-BE49-F238E27FC236}">
                <a16:creationId xmlns:a16="http://schemas.microsoft.com/office/drawing/2014/main" id="{4FA68DDE-B654-6AA4-B076-904FFFC43CE6}"/>
              </a:ext>
            </a:extLst>
          </p:cNvPr>
          <p:cNvSpPr txBox="1"/>
          <p:nvPr/>
        </p:nvSpPr>
        <p:spPr>
          <a:xfrm>
            <a:off x="5815490" y="12438014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81" name="Retângulo: Cantos Arredondados 180">
            <a:extLst>
              <a:ext uri="{FF2B5EF4-FFF2-40B4-BE49-F238E27FC236}">
                <a16:creationId xmlns:a16="http://schemas.microsoft.com/office/drawing/2014/main" id="{69D6A173-0716-DB18-93E4-17074ACE24FA}"/>
              </a:ext>
            </a:extLst>
          </p:cNvPr>
          <p:cNvSpPr/>
          <p:nvPr/>
        </p:nvSpPr>
        <p:spPr>
          <a:xfrm flipH="1">
            <a:off x="3895853" y="5913270"/>
            <a:ext cx="744162" cy="2366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endParaRPr lang="pt-BR" sz="3401" u="sng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2" name="Retângulo: Cantos Arredondados 181">
            <a:extLst>
              <a:ext uri="{FF2B5EF4-FFF2-40B4-BE49-F238E27FC236}">
                <a16:creationId xmlns:a16="http://schemas.microsoft.com/office/drawing/2014/main" id="{47D90037-67AB-A915-66AE-7A9DC1C70B88}"/>
              </a:ext>
            </a:extLst>
          </p:cNvPr>
          <p:cNvSpPr/>
          <p:nvPr/>
        </p:nvSpPr>
        <p:spPr>
          <a:xfrm flipH="1">
            <a:off x="2944310" y="6265377"/>
            <a:ext cx="1470495" cy="2366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Razão social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Retângulo: Cantos Arredondados 183">
            <a:extLst>
              <a:ext uri="{FF2B5EF4-FFF2-40B4-BE49-F238E27FC236}">
                <a16:creationId xmlns:a16="http://schemas.microsoft.com/office/drawing/2014/main" id="{9465BA5D-99AE-B259-4D1D-F9A83D06B9F1}"/>
              </a:ext>
            </a:extLst>
          </p:cNvPr>
          <p:cNvSpPr/>
          <p:nvPr/>
        </p:nvSpPr>
        <p:spPr>
          <a:xfrm flipH="1">
            <a:off x="2648549" y="6610887"/>
            <a:ext cx="1532239" cy="2366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Nome fantasia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Retângulo: Cantos Arredondados 184">
            <a:extLst>
              <a:ext uri="{FF2B5EF4-FFF2-40B4-BE49-F238E27FC236}">
                <a16:creationId xmlns:a16="http://schemas.microsoft.com/office/drawing/2014/main" id="{A6315465-84EF-0D9A-7420-255EA98A9410}"/>
              </a:ext>
            </a:extLst>
          </p:cNvPr>
          <p:cNvSpPr/>
          <p:nvPr/>
        </p:nvSpPr>
        <p:spPr>
          <a:xfrm flipH="1">
            <a:off x="2516332" y="6978907"/>
            <a:ext cx="1532239" cy="2366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CNPJ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Retângulo: Cantos Arredondados 185">
            <a:extLst>
              <a:ext uri="{FF2B5EF4-FFF2-40B4-BE49-F238E27FC236}">
                <a16:creationId xmlns:a16="http://schemas.microsoft.com/office/drawing/2014/main" id="{7C732E8C-10D7-0E6C-4766-FFD8BEF5F3C4}"/>
              </a:ext>
            </a:extLst>
          </p:cNvPr>
          <p:cNvSpPr/>
          <p:nvPr/>
        </p:nvSpPr>
        <p:spPr>
          <a:xfrm flipH="1">
            <a:off x="2348308" y="7327432"/>
            <a:ext cx="1532239" cy="2366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Domínio do site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Retângulo: Cantos Arredondados 187">
            <a:extLst>
              <a:ext uri="{FF2B5EF4-FFF2-40B4-BE49-F238E27FC236}">
                <a16:creationId xmlns:a16="http://schemas.microsoft.com/office/drawing/2014/main" id="{6A92FE87-9308-3D67-505B-E0EE1F691E56}"/>
              </a:ext>
            </a:extLst>
          </p:cNvPr>
          <p:cNvSpPr/>
          <p:nvPr/>
        </p:nvSpPr>
        <p:spPr>
          <a:xfrm flipH="1">
            <a:off x="1984403" y="7682770"/>
            <a:ext cx="1793581" cy="242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Segmento de atuação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9" name="Retângulo: Cantos Arredondados 188">
            <a:extLst>
              <a:ext uri="{FF2B5EF4-FFF2-40B4-BE49-F238E27FC236}">
                <a16:creationId xmlns:a16="http://schemas.microsoft.com/office/drawing/2014/main" id="{CDAA6787-9985-EA11-AAF5-775F194DCD19}"/>
              </a:ext>
            </a:extLst>
          </p:cNvPr>
          <p:cNvSpPr/>
          <p:nvPr/>
        </p:nvSpPr>
        <p:spPr>
          <a:xfrm flipH="1">
            <a:off x="1789388" y="8023307"/>
            <a:ext cx="1793581" cy="242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Porte estimado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0" name="Retângulo: Cantos Arredondados 189">
            <a:extLst>
              <a:ext uri="{FF2B5EF4-FFF2-40B4-BE49-F238E27FC236}">
                <a16:creationId xmlns:a16="http://schemas.microsoft.com/office/drawing/2014/main" id="{80C868B5-8916-3CFD-839C-9210070CD8BF}"/>
              </a:ext>
            </a:extLst>
          </p:cNvPr>
          <p:cNvSpPr/>
          <p:nvPr/>
        </p:nvSpPr>
        <p:spPr>
          <a:xfrm flipH="1">
            <a:off x="1629186" y="8386625"/>
            <a:ext cx="1793581" cy="242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Cidade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1" name="Retângulo: Cantos Arredondados 190">
            <a:extLst>
              <a:ext uri="{FF2B5EF4-FFF2-40B4-BE49-F238E27FC236}">
                <a16:creationId xmlns:a16="http://schemas.microsoft.com/office/drawing/2014/main" id="{53640E22-1901-F0EF-1AD8-5AAC8629FFE2}"/>
              </a:ext>
            </a:extLst>
          </p:cNvPr>
          <p:cNvSpPr/>
          <p:nvPr/>
        </p:nvSpPr>
        <p:spPr>
          <a:xfrm flipH="1">
            <a:off x="1460484" y="8750354"/>
            <a:ext cx="1793581" cy="242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Estado</a:t>
            </a:r>
          </a:p>
        </p:txBody>
      </p:sp>
      <p:sp>
        <p:nvSpPr>
          <p:cNvPr id="192" name="Retângulo: Cantos Arredondados 191">
            <a:extLst>
              <a:ext uri="{FF2B5EF4-FFF2-40B4-BE49-F238E27FC236}">
                <a16:creationId xmlns:a16="http://schemas.microsoft.com/office/drawing/2014/main" id="{63A374C4-CE02-B865-086B-FB62913C175B}"/>
              </a:ext>
            </a:extLst>
          </p:cNvPr>
          <p:cNvSpPr/>
          <p:nvPr/>
        </p:nvSpPr>
        <p:spPr>
          <a:xfrm flipH="1">
            <a:off x="1431771" y="9136131"/>
            <a:ext cx="1793581" cy="242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E-mail institucional</a:t>
            </a:r>
          </a:p>
        </p:txBody>
      </p:sp>
      <p:sp>
        <p:nvSpPr>
          <p:cNvPr id="193" name="Retângulo: Cantos Arredondados 192">
            <a:extLst>
              <a:ext uri="{FF2B5EF4-FFF2-40B4-BE49-F238E27FC236}">
                <a16:creationId xmlns:a16="http://schemas.microsoft.com/office/drawing/2014/main" id="{4919FE9B-D82B-FC2A-0988-327996903259}"/>
              </a:ext>
            </a:extLst>
          </p:cNvPr>
          <p:cNvSpPr/>
          <p:nvPr/>
        </p:nvSpPr>
        <p:spPr>
          <a:xfrm flipH="1">
            <a:off x="1366949" y="9508660"/>
            <a:ext cx="1793581" cy="242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Telefone comercial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" name="Retângulo: Cantos Arredondados 193">
            <a:extLst>
              <a:ext uri="{FF2B5EF4-FFF2-40B4-BE49-F238E27FC236}">
                <a16:creationId xmlns:a16="http://schemas.microsoft.com/office/drawing/2014/main" id="{CD1F0A4F-E6ED-F6CF-A32A-69943F396A7B}"/>
              </a:ext>
            </a:extLst>
          </p:cNvPr>
          <p:cNvSpPr/>
          <p:nvPr/>
        </p:nvSpPr>
        <p:spPr>
          <a:xfrm flipH="1">
            <a:off x="1215268" y="9857963"/>
            <a:ext cx="1793581" cy="242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de validação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5" name="Retângulo: Cantos Arredondados 194">
            <a:extLst>
              <a:ext uri="{FF2B5EF4-FFF2-40B4-BE49-F238E27FC236}">
                <a16:creationId xmlns:a16="http://schemas.microsoft.com/office/drawing/2014/main" id="{D79EE9AB-FC06-DD3F-C3C9-9AF51CF5859D}"/>
              </a:ext>
            </a:extLst>
          </p:cNvPr>
          <p:cNvSpPr/>
          <p:nvPr/>
        </p:nvSpPr>
        <p:spPr>
          <a:xfrm flipH="1">
            <a:off x="1180856" y="10190870"/>
            <a:ext cx="1793581" cy="242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de criação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6" name="Retângulo: Cantos Arredondados 195">
            <a:extLst>
              <a:ext uri="{FF2B5EF4-FFF2-40B4-BE49-F238E27FC236}">
                <a16:creationId xmlns:a16="http://schemas.microsoft.com/office/drawing/2014/main" id="{C7A6FDE0-F72A-AAEF-C3E3-F9BB7D22C63B}"/>
              </a:ext>
            </a:extLst>
          </p:cNvPr>
          <p:cNvSpPr/>
          <p:nvPr/>
        </p:nvSpPr>
        <p:spPr>
          <a:xfrm flipH="1">
            <a:off x="906735" y="10560792"/>
            <a:ext cx="2062662" cy="2353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de ultima atualização</a:t>
            </a:r>
          </a:p>
        </p:txBody>
      </p:sp>
      <p:cxnSp>
        <p:nvCxnSpPr>
          <p:cNvPr id="197" name="Conector reto 196">
            <a:extLst>
              <a:ext uri="{FF2B5EF4-FFF2-40B4-BE49-F238E27FC236}">
                <a16:creationId xmlns:a16="http://schemas.microsoft.com/office/drawing/2014/main" id="{78898E6D-33FF-B868-84F4-B83B8D709A5C}"/>
              </a:ext>
            </a:extLst>
          </p:cNvPr>
          <p:cNvCxnSpPr>
            <a:cxnSpLocks/>
            <a:stCxn id="181" idx="1"/>
            <a:endCxn id="103" idx="0"/>
          </p:cNvCxnSpPr>
          <p:nvPr/>
        </p:nvCxnSpPr>
        <p:spPr>
          <a:xfrm>
            <a:off x="4640015" y="6031610"/>
            <a:ext cx="1543301" cy="58603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to 197">
            <a:extLst>
              <a:ext uri="{FF2B5EF4-FFF2-40B4-BE49-F238E27FC236}">
                <a16:creationId xmlns:a16="http://schemas.microsoft.com/office/drawing/2014/main" id="{2A7876E6-BA3C-18AF-F869-0C9889015DE3}"/>
              </a:ext>
            </a:extLst>
          </p:cNvPr>
          <p:cNvCxnSpPr>
            <a:cxnSpLocks/>
            <a:stCxn id="182" idx="1"/>
            <a:endCxn id="103" idx="0"/>
          </p:cNvCxnSpPr>
          <p:nvPr/>
        </p:nvCxnSpPr>
        <p:spPr>
          <a:xfrm>
            <a:off x="4414805" y="6383717"/>
            <a:ext cx="1768511" cy="55082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ector reto 198">
            <a:extLst>
              <a:ext uri="{FF2B5EF4-FFF2-40B4-BE49-F238E27FC236}">
                <a16:creationId xmlns:a16="http://schemas.microsoft.com/office/drawing/2014/main" id="{5A24DDC3-5E98-5740-5A5E-D6ECE0A6FB2F}"/>
              </a:ext>
            </a:extLst>
          </p:cNvPr>
          <p:cNvCxnSpPr>
            <a:cxnSpLocks/>
            <a:stCxn id="184" idx="1"/>
            <a:endCxn id="103" idx="0"/>
          </p:cNvCxnSpPr>
          <p:nvPr/>
        </p:nvCxnSpPr>
        <p:spPr>
          <a:xfrm>
            <a:off x="4180788" y="6729227"/>
            <a:ext cx="2002528" cy="51627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ector reto 199">
            <a:extLst>
              <a:ext uri="{FF2B5EF4-FFF2-40B4-BE49-F238E27FC236}">
                <a16:creationId xmlns:a16="http://schemas.microsoft.com/office/drawing/2014/main" id="{2D7B918F-5E24-2292-D4C6-9B1D6FE57176}"/>
              </a:ext>
            </a:extLst>
          </p:cNvPr>
          <p:cNvCxnSpPr>
            <a:cxnSpLocks/>
            <a:stCxn id="185" idx="1"/>
            <a:endCxn id="103" idx="0"/>
          </p:cNvCxnSpPr>
          <p:nvPr/>
        </p:nvCxnSpPr>
        <p:spPr>
          <a:xfrm>
            <a:off x="4048571" y="7097247"/>
            <a:ext cx="2134745" cy="47947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ector reto 200">
            <a:extLst>
              <a:ext uri="{FF2B5EF4-FFF2-40B4-BE49-F238E27FC236}">
                <a16:creationId xmlns:a16="http://schemas.microsoft.com/office/drawing/2014/main" id="{3A577A89-8EB5-5FAD-3454-E2030EFAC2AC}"/>
              </a:ext>
            </a:extLst>
          </p:cNvPr>
          <p:cNvCxnSpPr>
            <a:cxnSpLocks/>
            <a:stCxn id="186" idx="1"/>
            <a:endCxn id="103" idx="0"/>
          </p:cNvCxnSpPr>
          <p:nvPr/>
        </p:nvCxnSpPr>
        <p:spPr>
          <a:xfrm>
            <a:off x="3880547" y="7445772"/>
            <a:ext cx="2302769" cy="44462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ector reto 201">
            <a:extLst>
              <a:ext uri="{FF2B5EF4-FFF2-40B4-BE49-F238E27FC236}">
                <a16:creationId xmlns:a16="http://schemas.microsoft.com/office/drawing/2014/main" id="{A2D28E1F-80F1-BDB4-C63A-C5DEA6381BB6}"/>
              </a:ext>
            </a:extLst>
          </p:cNvPr>
          <p:cNvCxnSpPr>
            <a:cxnSpLocks/>
            <a:stCxn id="188" idx="1"/>
            <a:endCxn id="103" idx="0"/>
          </p:cNvCxnSpPr>
          <p:nvPr/>
        </p:nvCxnSpPr>
        <p:spPr>
          <a:xfrm>
            <a:off x="3777984" y="7803943"/>
            <a:ext cx="2405332" cy="4088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reto 202">
            <a:extLst>
              <a:ext uri="{FF2B5EF4-FFF2-40B4-BE49-F238E27FC236}">
                <a16:creationId xmlns:a16="http://schemas.microsoft.com/office/drawing/2014/main" id="{BE299977-DD33-025C-E0BB-7DFB16EFBB1C}"/>
              </a:ext>
            </a:extLst>
          </p:cNvPr>
          <p:cNvCxnSpPr>
            <a:cxnSpLocks/>
            <a:stCxn id="189" idx="1"/>
            <a:endCxn id="103" idx="0"/>
          </p:cNvCxnSpPr>
          <p:nvPr/>
        </p:nvCxnSpPr>
        <p:spPr>
          <a:xfrm>
            <a:off x="3582969" y="8144480"/>
            <a:ext cx="2600347" cy="37475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to 203">
            <a:extLst>
              <a:ext uri="{FF2B5EF4-FFF2-40B4-BE49-F238E27FC236}">
                <a16:creationId xmlns:a16="http://schemas.microsoft.com/office/drawing/2014/main" id="{9F366BF9-D2E8-1786-35D4-0D4858B3508B}"/>
              </a:ext>
            </a:extLst>
          </p:cNvPr>
          <p:cNvCxnSpPr>
            <a:cxnSpLocks/>
            <a:stCxn id="190" idx="1"/>
            <a:endCxn id="103" idx="0"/>
          </p:cNvCxnSpPr>
          <p:nvPr/>
        </p:nvCxnSpPr>
        <p:spPr>
          <a:xfrm>
            <a:off x="3422767" y="8507798"/>
            <a:ext cx="2760549" cy="3384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to 204">
            <a:extLst>
              <a:ext uri="{FF2B5EF4-FFF2-40B4-BE49-F238E27FC236}">
                <a16:creationId xmlns:a16="http://schemas.microsoft.com/office/drawing/2014/main" id="{57BC5B10-DDE6-950C-2D0F-E9A579F62BEA}"/>
              </a:ext>
            </a:extLst>
          </p:cNvPr>
          <p:cNvCxnSpPr>
            <a:cxnSpLocks/>
            <a:stCxn id="191" idx="1"/>
            <a:endCxn id="103" idx="0"/>
          </p:cNvCxnSpPr>
          <p:nvPr/>
        </p:nvCxnSpPr>
        <p:spPr>
          <a:xfrm>
            <a:off x="3254065" y="8871527"/>
            <a:ext cx="2929251" cy="30204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ector reto 205">
            <a:extLst>
              <a:ext uri="{FF2B5EF4-FFF2-40B4-BE49-F238E27FC236}">
                <a16:creationId xmlns:a16="http://schemas.microsoft.com/office/drawing/2014/main" id="{2AED08DE-D436-4ADF-2D73-D18F26CEFD4D}"/>
              </a:ext>
            </a:extLst>
          </p:cNvPr>
          <p:cNvCxnSpPr>
            <a:cxnSpLocks/>
            <a:stCxn id="192" idx="1"/>
            <a:endCxn id="103" idx="0"/>
          </p:cNvCxnSpPr>
          <p:nvPr/>
        </p:nvCxnSpPr>
        <p:spPr>
          <a:xfrm>
            <a:off x="3225352" y="9257304"/>
            <a:ext cx="2957964" cy="26346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ector reto 206">
            <a:extLst>
              <a:ext uri="{FF2B5EF4-FFF2-40B4-BE49-F238E27FC236}">
                <a16:creationId xmlns:a16="http://schemas.microsoft.com/office/drawing/2014/main" id="{C0B0CAAB-2568-6262-139C-044D8F9892A4}"/>
              </a:ext>
            </a:extLst>
          </p:cNvPr>
          <p:cNvCxnSpPr>
            <a:cxnSpLocks/>
            <a:stCxn id="193" idx="1"/>
            <a:endCxn id="103" idx="0"/>
          </p:cNvCxnSpPr>
          <p:nvPr/>
        </p:nvCxnSpPr>
        <p:spPr>
          <a:xfrm>
            <a:off x="3160530" y="9629833"/>
            <a:ext cx="3022786" cy="2262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to 207">
            <a:extLst>
              <a:ext uri="{FF2B5EF4-FFF2-40B4-BE49-F238E27FC236}">
                <a16:creationId xmlns:a16="http://schemas.microsoft.com/office/drawing/2014/main" id="{2B0A1F5D-28F0-0591-85E0-134196E04823}"/>
              </a:ext>
            </a:extLst>
          </p:cNvPr>
          <p:cNvCxnSpPr>
            <a:cxnSpLocks/>
            <a:stCxn id="194" idx="1"/>
            <a:endCxn id="103" idx="0"/>
          </p:cNvCxnSpPr>
          <p:nvPr/>
        </p:nvCxnSpPr>
        <p:spPr>
          <a:xfrm>
            <a:off x="3008849" y="9979136"/>
            <a:ext cx="3174467" cy="1912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ector reto 208">
            <a:extLst>
              <a:ext uri="{FF2B5EF4-FFF2-40B4-BE49-F238E27FC236}">
                <a16:creationId xmlns:a16="http://schemas.microsoft.com/office/drawing/2014/main" id="{B06468D5-5538-6A01-7B92-1DCD56A8A6A9}"/>
              </a:ext>
            </a:extLst>
          </p:cNvPr>
          <p:cNvCxnSpPr>
            <a:cxnSpLocks/>
            <a:stCxn id="195" idx="1"/>
            <a:endCxn id="103" idx="0"/>
          </p:cNvCxnSpPr>
          <p:nvPr/>
        </p:nvCxnSpPr>
        <p:spPr>
          <a:xfrm>
            <a:off x="2974437" y="10312043"/>
            <a:ext cx="3208879" cy="1579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ector reto 209">
            <a:extLst>
              <a:ext uri="{FF2B5EF4-FFF2-40B4-BE49-F238E27FC236}">
                <a16:creationId xmlns:a16="http://schemas.microsoft.com/office/drawing/2014/main" id="{BE56ED13-393D-BD01-F172-060AC9C9A4A4}"/>
              </a:ext>
            </a:extLst>
          </p:cNvPr>
          <p:cNvCxnSpPr>
            <a:cxnSpLocks/>
            <a:stCxn id="196" idx="1"/>
            <a:endCxn id="103" idx="0"/>
          </p:cNvCxnSpPr>
          <p:nvPr/>
        </p:nvCxnSpPr>
        <p:spPr>
          <a:xfrm>
            <a:off x="2969397" y="10678465"/>
            <a:ext cx="3213919" cy="12135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tângulo: Cantos Arredondados 210">
            <a:extLst>
              <a:ext uri="{FF2B5EF4-FFF2-40B4-BE49-F238E27FC236}">
                <a16:creationId xmlns:a16="http://schemas.microsoft.com/office/drawing/2014/main" id="{505BDFF5-2842-A240-D0FA-56D7F3143CC4}"/>
              </a:ext>
            </a:extLst>
          </p:cNvPr>
          <p:cNvSpPr/>
          <p:nvPr/>
        </p:nvSpPr>
        <p:spPr>
          <a:xfrm>
            <a:off x="203189" y="11822438"/>
            <a:ext cx="832357" cy="2040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Número</a:t>
            </a:r>
            <a:endParaRPr lang="pt-BR" sz="3401" u="sng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2" name="Conector reto 211">
            <a:extLst>
              <a:ext uri="{FF2B5EF4-FFF2-40B4-BE49-F238E27FC236}">
                <a16:creationId xmlns:a16="http://schemas.microsoft.com/office/drawing/2014/main" id="{85B53628-8A88-1068-BC34-A34159796EE0}"/>
              </a:ext>
            </a:extLst>
          </p:cNvPr>
          <p:cNvCxnSpPr>
            <a:cxnSpLocks/>
            <a:stCxn id="106" idx="1"/>
            <a:endCxn id="211" idx="3"/>
          </p:cNvCxnSpPr>
          <p:nvPr/>
        </p:nvCxnSpPr>
        <p:spPr>
          <a:xfrm flipH="1" flipV="1">
            <a:off x="1035546" y="11924471"/>
            <a:ext cx="371915" cy="2016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etângulo: Cantos Arredondados 212">
            <a:extLst>
              <a:ext uri="{FF2B5EF4-FFF2-40B4-BE49-F238E27FC236}">
                <a16:creationId xmlns:a16="http://schemas.microsoft.com/office/drawing/2014/main" id="{471BD0CB-F6AB-930C-D350-732C42B86DA5}"/>
              </a:ext>
            </a:extLst>
          </p:cNvPr>
          <p:cNvSpPr/>
          <p:nvPr/>
        </p:nvSpPr>
        <p:spPr>
          <a:xfrm>
            <a:off x="59821" y="12202492"/>
            <a:ext cx="1099872" cy="2040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Descrição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4" name="Conector reto 213">
            <a:extLst>
              <a:ext uri="{FF2B5EF4-FFF2-40B4-BE49-F238E27FC236}">
                <a16:creationId xmlns:a16="http://schemas.microsoft.com/office/drawing/2014/main" id="{C84FEA5B-21E6-92E9-5659-A571817FB23D}"/>
              </a:ext>
            </a:extLst>
          </p:cNvPr>
          <p:cNvCxnSpPr>
            <a:cxnSpLocks/>
            <a:stCxn id="213" idx="3"/>
            <a:endCxn id="106" idx="1"/>
          </p:cNvCxnSpPr>
          <p:nvPr/>
        </p:nvCxnSpPr>
        <p:spPr>
          <a:xfrm flipV="1">
            <a:off x="1159693" y="12126158"/>
            <a:ext cx="247768" cy="1783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CaixaDeTexto 214">
            <a:extLst>
              <a:ext uri="{FF2B5EF4-FFF2-40B4-BE49-F238E27FC236}">
                <a16:creationId xmlns:a16="http://schemas.microsoft.com/office/drawing/2014/main" id="{B6BA4C14-CD19-85C0-59E5-567A0F79A817}"/>
              </a:ext>
            </a:extLst>
          </p:cNvPr>
          <p:cNvSpPr txBox="1"/>
          <p:nvPr/>
        </p:nvSpPr>
        <p:spPr>
          <a:xfrm>
            <a:off x="12692501" y="8303761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216" name="CaixaDeTexto 215">
            <a:extLst>
              <a:ext uri="{FF2B5EF4-FFF2-40B4-BE49-F238E27FC236}">
                <a16:creationId xmlns:a16="http://schemas.microsoft.com/office/drawing/2014/main" id="{5C8F1EF3-EBA9-B75C-B05D-24066D8D79C1}"/>
              </a:ext>
            </a:extLst>
          </p:cNvPr>
          <p:cNvSpPr txBox="1"/>
          <p:nvPr/>
        </p:nvSpPr>
        <p:spPr>
          <a:xfrm>
            <a:off x="9835045" y="10856079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217" name="CaixaDeTexto 216">
            <a:extLst>
              <a:ext uri="{FF2B5EF4-FFF2-40B4-BE49-F238E27FC236}">
                <a16:creationId xmlns:a16="http://schemas.microsoft.com/office/drawing/2014/main" id="{613588D9-B6C4-A2AB-FF48-80003F509CC6}"/>
              </a:ext>
            </a:extLst>
          </p:cNvPr>
          <p:cNvSpPr txBox="1"/>
          <p:nvPr/>
        </p:nvSpPr>
        <p:spPr>
          <a:xfrm>
            <a:off x="6084746" y="8386534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218" name="CaixaDeTexto 217">
            <a:extLst>
              <a:ext uri="{FF2B5EF4-FFF2-40B4-BE49-F238E27FC236}">
                <a16:creationId xmlns:a16="http://schemas.microsoft.com/office/drawing/2014/main" id="{E56407DB-B65E-9E0A-CB36-FDFE5095C167}"/>
              </a:ext>
            </a:extLst>
          </p:cNvPr>
          <p:cNvSpPr txBox="1"/>
          <p:nvPr/>
        </p:nvSpPr>
        <p:spPr>
          <a:xfrm>
            <a:off x="8805018" y="10889390"/>
            <a:ext cx="24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19" name="Retângulo: Cantos Arredondados 218">
            <a:extLst>
              <a:ext uri="{FF2B5EF4-FFF2-40B4-BE49-F238E27FC236}">
                <a16:creationId xmlns:a16="http://schemas.microsoft.com/office/drawing/2014/main" id="{4D0EBD44-FD48-EA33-6B62-2F5542920EAB}"/>
              </a:ext>
            </a:extLst>
          </p:cNvPr>
          <p:cNvSpPr/>
          <p:nvPr/>
        </p:nvSpPr>
        <p:spPr>
          <a:xfrm>
            <a:off x="7120905" y="13232102"/>
            <a:ext cx="777534" cy="2418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Cargo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0" name="Retângulo: Cantos Arredondados 219">
            <a:extLst>
              <a:ext uri="{FF2B5EF4-FFF2-40B4-BE49-F238E27FC236}">
                <a16:creationId xmlns:a16="http://schemas.microsoft.com/office/drawing/2014/main" id="{2298DB01-3925-DB0A-A658-66E81C01BC4D}"/>
              </a:ext>
            </a:extLst>
          </p:cNvPr>
          <p:cNvSpPr/>
          <p:nvPr/>
        </p:nvSpPr>
        <p:spPr>
          <a:xfrm>
            <a:off x="7181956" y="13573937"/>
            <a:ext cx="1270831" cy="2418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Departamento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1" name="Retângulo: Cantos Arredondados 220">
            <a:extLst>
              <a:ext uri="{FF2B5EF4-FFF2-40B4-BE49-F238E27FC236}">
                <a16:creationId xmlns:a16="http://schemas.microsoft.com/office/drawing/2014/main" id="{151C5CF1-CE0A-085F-BBD5-9C7E74DB70C5}"/>
              </a:ext>
            </a:extLst>
          </p:cNvPr>
          <p:cNvSpPr/>
          <p:nvPr/>
        </p:nvSpPr>
        <p:spPr>
          <a:xfrm>
            <a:off x="7629523" y="13980412"/>
            <a:ext cx="1097715" cy="2418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Senioridade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2" name="Retângulo: Cantos Arredondados 221">
            <a:extLst>
              <a:ext uri="{FF2B5EF4-FFF2-40B4-BE49-F238E27FC236}">
                <a16:creationId xmlns:a16="http://schemas.microsoft.com/office/drawing/2014/main" id="{37834E0A-1899-3624-0EB6-2BDB89C85D82}"/>
              </a:ext>
            </a:extLst>
          </p:cNvPr>
          <p:cNvSpPr/>
          <p:nvPr/>
        </p:nvSpPr>
        <p:spPr>
          <a:xfrm>
            <a:off x="7616998" y="14480559"/>
            <a:ext cx="1438912" cy="2418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do vínculo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3" name="Retângulo: Cantos Arredondados 222">
            <a:extLst>
              <a:ext uri="{FF2B5EF4-FFF2-40B4-BE49-F238E27FC236}">
                <a16:creationId xmlns:a16="http://schemas.microsoft.com/office/drawing/2014/main" id="{BA3119E6-FDA8-6285-3E84-A28FAF5A4385}"/>
              </a:ext>
            </a:extLst>
          </p:cNvPr>
          <p:cNvSpPr/>
          <p:nvPr/>
        </p:nvSpPr>
        <p:spPr>
          <a:xfrm>
            <a:off x="9774048" y="14303751"/>
            <a:ext cx="1356850" cy="2418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 do vínculo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4" name="Retângulo: Cantos Arredondados 223">
            <a:extLst>
              <a:ext uri="{FF2B5EF4-FFF2-40B4-BE49-F238E27FC236}">
                <a16:creationId xmlns:a16="http://schemas.microsoft.com/office/drawing/2014/main" id="{3E945A27-A662-EF64-3EBA-9AA9B2173C2B}"/>
              </a:ext>
            </a:extLst>
          </p:cNvPr>
          <p:cNvSpPr/>
          <p:nvPr/>
        </p:nvSpPr>
        <p:spPr>
          <a:xfrm>
            <a:off x="9442700" y="14705375"/>
            <a:ext cx="1702942" cy="2418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de verificação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Retângulo: Cantos Arredondados 224">
            <a:extLst>
              <a:ext uri="{FF2B5EF4-FFF2-40B4-BE49-F238E27FC236}">
                <a16:creationId xmlns:a16="http://schemas.microsoft.com/office/drawing/2014/main" id="{556B752B-A877-15A3-7D7D-A93CFC75040D}"/>
              </a:ext>
            </a:extLst>
          </p:cNvPr>
          <p:cNvSpPr/>
          <p:nvPr/>
        </p:nvSpPr>
        <p:spPr>
          <a:xfrm>
            <a:off x="9911562" y="13888849"/>
            <a:ext cx="1609232" cy="2418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Nível de confiança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6" name="Retângulo: Cantos Arredondados 225">
            <a:extLst>
              <a:ext uri="{FF2B5EF4-FFF2-40B4-BE49-F238E27FC236}">
                <a16:creationId xmlns:a16="http://schemas.microsoft.com/office/drawing/2014/main" id="{43AD9E93-EE5E-1B8D-A1A9-C8A35AAF94E3}"/>
              </a:ext>
            </a:extLst>
          </p:cNvPr>
          <p:cNvSpPr/>
          <p:nvPr/>
        </p:nvSpPr>
        <p:spPr>
          <a:xfrm>
            <a:off x="10191488" y="13488596"/>
            <a:ext cx="1485219" cy="2418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da revisão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7" name="Retângulo: Cantos Arredondados 226">
            <a:extLst>
              <a:ext uri="{FF2B5EF4-FFF2-40B4-BE49-F238E27FC236}">
                <a16:creationId xmlns:a16="http://schemas.microsoft.com/office/drawing/2014/main" id="{35A80D6D-274D-857B-87BF-CE5DA9F66534}"/>
              </a:ext>
            </a:extLst>
          </p:cNvPr>
          <p:cNvSpPr/>
          <p:nvPr/>
        </p:nvSpPr>
        <p:spPr>
          <a:xfrm>
            <a:off x="10337780" y="13114879"/>
            <a:ext cx="1407630" cy="2418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do lead</a:t>
            </a:r>
            <a:endParaRPr lang="pt-BR" sz="3401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8" name="Conector reto 227">
            <a:extLst>
              <a:ext uri="{FF2B5EF4-FFF2-40B4-BE49-F238E27FC236}">
                <a16:creationId xmlns:a16="http://schemas.microsoft.com/office/drawing/2014/main" id="{12DBE5B2-BCE6-3B5D-1792-4863F7BD41BB}"/>
              </a:ext>
            </a:extLst>
          </p:cNvPr>
          <p:cNvCxnSpPr>
            <a:cxnSpLocks/>
            <a:stCxn id="219" idx="3"/>
            <a:endCxn id="97" idx="2"/>
          </p:cNvCxnSpPr>
          <p:nvPr/>
        </p:nvCxnSpPr>
        <p:spPr>
          <a:xfrm flipV="1">
            <a:off x="7898439" y="12876329"/>
            <a:ext cx="1486582" cy="4767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ector reto 228">
            <a:extLst>
              <a:ext uri="{FF2B5EF4-FFF2-40B4-BE49-F238E27FC236}">
                <a16:creationId xmlns:a16="http://schemas.microsoft.com/office/drawing/2014/main" id="{B397654B-3137-94CB-7990-D81996FE0447}"/>
              </a:ext>
            </a:extLst>
          </p:cNvPr>
          <p:cNvCxnSpPr>
            <a:cxnSpLocks/>
            <a:stCxn id="220" idx="3"/>
            <a:endCxn id="97" idx="2"/>
          </p:cNvCxnSpPr>
          <p:nvPr/>
        </p:nvCxnSpPr>
        <p:spPr>
          <a:xfrm flipV="1">
            <a:off x="8452787" y="12876329"/>
            <a:ext cx="932234" cy="818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ector reto 229">
            <a:extLst>
              <a:ext uri="{FF2B5EF4-FFF2-40B4-BE49-F238E27FC236}">
                <a16:creationId xmlns:a16="http://schemas.microsoft.com/office/drawing/2014/main" id="{2EDFE61B-64E1-3EAB-95D6-D6A9DA57D4C4}"/>
              </a:ext>
            </a:extLst>
          </p:cNvPr>
          <p:cNvCxnSpPr>
            <a:cxnSpLocks/>
            <a:stCxn id="221" idx="3"/>
            <a:endCxn id="97" idx="2"/>
          </p:cNvCxnSpPr>
          <p:nvPr/>
        </p:nvCxnSpPr>
        <p:spPr>
          <a:xfrm flipV="1">
            <a:off x="8727238" y="12876329"/>
            <a:ext cx="657783" cy="1225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ector reto 230">
            <a:extLst>
              <a:ext uri="{FF2B5EF4-FFF2-40B4-BE49-F238E27FC236}">
                <a16:creationId xmlns:a16="http://schemas.microsoft.com/office/drawing/2014/main" id="{8598E0C7-071E-D45C-79DF-BA6B5F047933}"/>
              </a:ext>
            </a:extLst>
          </p:cNvPr>
          <p:cNvCxnSpPr>
            <a:cxnSpLocks/>
            <a:stCxn id="222" idx="3"/>
            <a:endCxn id="97" idx="2"/>
          </p:cNvCxnSpPr>
          <p:nvPr/>
        </p:nvCxnSpPr>
        <p:spPr>
          <a:xfrm flipV="1">
            <a:off x="9055910" y="12876329"/>
            <a:ext cx="329111" cy="17251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ector reto 231">
            <a:extLst>
              <a:ext uri="{FF2B5EF4-FFF2-40B4-BE49-F238E27FC236}">
                <a16:creationId xmlns:a16="http://schemas.microsoft.com/office/drawing/2014/main" id="{F25F3DEB-7CDE-C2DA-9045-3BB8D3791D34}"/>
              </a:ext>
            </a:extLst>
          </p:cNvPr>
          <p:cNvCxnSpPr>
            <a:cxnSpLocks/>
            <a:stCxn id="224" idx="1"/>
            <a:endCxn id="97" idx="2"/>
          </p:cNvCxnSpPr>
          <p:nvPr/>
        </p:nvCxnSpPr>
        <p:spPr>
          <a:xfrm flipH="1" flipV="1">
            <a:off x="9385021" y="12876329"/>
            <a:ext cx="57679" cy="1949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ector reto 232">
            <a:extLst>
              <a:ext uri="{FF2B5EF4-FFF2-40B4-BE49-F238E27FC236}">
                <a16:creationId xmlns:a16="http://schemas.microsoft.com/office/drawing/2014/main" id="{1ADDEC99-6B3D-7C9D-C1AF-362CEC13D253}"/>
              </a:ext>
            </a:extLst>
          </p:cNvPr>
          <p:cNvCxnSpPr>
            <a:cxnSpLocks/>
            <a:stCxn id="223" idx="1"/>
            <a:endCxn id="97" idx="2"/>
          </p:cNvCxnSpPr>
          <p:nvPr/>
        </p:nvCxnSpPr>
        <p:spPr>
          <a:xfrm flipH="1" flipV="1">
            <a:off x="9385021" y="12876329"/>
            <a:ext cx="389027" cy="15483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to 233">
            <a:extLst>
              <a:ext uri="{FF2B5EF4-FFF2-40B4-BE49-F238E27FC236}">
                <a16:creationId xmlns:a16="http://schemas.microsoft.com/office/drawing/2014/main" id="{E067C243-348B-C7D4-3A38-5496BED42871}"/>
              </a:ext>
            </a:extLst>
          </p:cNvPr>
          <p:cNvCxnSpPr>
            <a:cxnSpLocks/>
            <a:stCxn id="225" idx="1"/>
            <a:endCxn id="97" idx="2"/>
          </p:cNvCxnSpPr>
          <p:nvPr/>
        </p:nvCxnSpPr>
        <p:spPr>
          <a:xfrm flipH="1" flipV="1">
            <a:off x="9385021" y="12876329"/>
            <a:ext cx="526541" cy="1133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ector reto 234">
            <a:extLst>
              <a:ext uri="{FF2B5EF4-FFF2-40B4-BE49-F238E27FC236}">
                <a16:creationId xmlns:a16="http://schemas.microsoft.com/office/drawing/2014/main" id="{E2D138B6-A75C-2ED4-6194-46D64B88783F}"/>
              </a:ext>
            </a:extLst>
          </p:cNvPr>
          <p:cNvCxnSpPr>
            <a:cxnSpLocks/>
            <a:stCxn id="226" idx="1"/>
            <a:endCxn id="97" idx="2"/>
          </p:cNvCxnSpPr>
          <p:nvPr/>
        </p:nvCxnSpPr>
        <p:spPr>
          <a:xfrm flipH="1" flipV="1">
            <a:off x="9385021" y="12876329"/>
            <a:ext cx="806467" cy="733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ector reto 235">
            <a:extLst>
              <a:ext uri="{FF2B5EF4-FFF2-40B4-BE49-F238E27FC236}">
                <a16:creationId xmlns:a16="http://schemas.microsoft.com/office/drawing/2014/main" id="{E6632E88-ED91-2709-787C-A688111C7256}"/>
              </a:ext>
            </a:extLst>
          </p:cNvPr>
          <p:cNvCxnSpPr>
            <a:cxnSpLocks/>
            <a:stCxn id="227" idx="1"/>
            <a:endCxn id="97" idx="2"/>
          </p:cNvCxnSpPr>
          <p:nvPr/>
        </p:nvCxnSpPr>
        <p:spPr>
          <a:xfrm flipH="1" flipV="1">
            <a:off x="9385021" y="12876329"/>
            <a:ext cx="952759" cy="3594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4988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1146</TotalTime>
  <Words>201</Words>
  <Application>Microsoft Office PowerPoint</Application>
  <PresentationFormat>Personalizar</PresentationFormat>
  <Paragraphs>114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CAUE DIAS WAITMAN SIQUEIRA</dc:creator>
  <cp:lastModifiedBy>CAUE DIAS WAITMAN SIQUEIRA</cp:lastModifiedBy>
  <cp:revision>63</cp:revision>
  <dcterms:created xsi:type="dcterms:W3CDTF">2026-05-21T23:18:11Z</dcterms:created>
  <dcterms:modified xsi:type="dcterms:W3CDTF">2026-09-22T18:43:05Z</dcterms:modified>
</cp:coreProperties>
</file>